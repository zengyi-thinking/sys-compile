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sldIdLst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9" r:id="rId14"/>
    <p:sldId id="271" r:id="rId15"/>
    <p:sldId id="272" r:id="rId16"/>
    <p:sldId id="273" r:id="rId17"/>
    <p:sldId id="274" r:id="rId18"/>
    <p:sldId id="280" r:id="rId19"/>
    <p:sldId id="276" r:id="rId20"/>
    <p:sldId id="281" r:id="rId21"/>
    <p:sldId id="278" r:id="rId22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7" Type="http://schemas.openxmlformats.org/officeDocument/2006/relationships/tags" Target="../tags/tag29.xml"/><Relationship Id="rId16" Type="http://schemas.openxmlformats.org/officeDocument/2006/relationships/tags" Target="../tags/tag28.xml"/><Relationship Id="rId15" Type="http://schemas.openxmlformats.org/officeDocument/2006/relationships/tags" Target="../tags/tag27.xml"/><Relationship Id="rId14" Type="http://schemas.openxmlformats.org/officeDocument/2006/relationships/tags" Target="../tags/tag26.xml"/><Relationship Id="rId13" Type="http://schemas.openxmlformats.org/officeDocument/2006/relationships/tags" Target="../tags/tag25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4" Type="http://schemas.openxmlformats.org/officeDocument/2006/relationships/tags" Target="../tags/tag42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tags" Target="../tags/tag49.xml"/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2" Type="http://schemas.openxmlformats.org/officeDocument/2006/relationships/tags" Target="../tags/tag53.xml"/><Relationship Id="rId11" Type="http://schemas.openxmlformats.org/officeDocument/2006/relationships/tags" Target="../tags/tag52.xml"/><Relationship Id="rId10" Type="http://schemas.openxmlformats.org/officeDocument/2006/relationships/tags" Target="../tags/tag5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61.xml"/><Relationship Id="rId8" Type="http://schemas.openxmlformats.org/officeDocument/2006/relationships/tags" Target="../tags/tag60.xml"/><Relationship Id="rId7" Type="http://schemas.openxmlformats.org/officeDocument/2006/relationships/tags" Target="../tags/tag59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3" Type="http://schemas.openxmlformats.org/officeDocument/2006/relationships/tags" Target="../tags/tag65.xml"/><Relationship Id="rId12" Type="http://schemas.openxmlformats.org/officeDocument/2006/relationships/tags" Target="../tags/tag64.xml"/><Relationship Id="rId11" Type="http://schemas.openxmlformats.org/officeDocument/2006/relationships/tags" Target="../tags/tag63.xml"/><Relationship Id="rId10" Type="http://schemas.openxmlformats.org/officeDocument/2006/relationships/tags" Target="../tags/tag62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5" Type="http://schemas.openxmlformats.org/officeDocument/2006/relationships/tags" Target="../tags/tag79.xml"/><Relationship Id="rId14" Type="http://schemas.openxmlformats.org/officeDocument/2006/relationships/tags" Target="../tags/tag78.xml"/><Relationship Id="rId13" Type="http://schemas.openxmlformats.org/officeDocument/2006/relationships/tags" Target="../tags/tag77.xml"/><Relationship Id="rId12" Type="http://schemas.openxmlformats.org/officeDocument/2006/relationships/tags" Target="../tags/tag76.xml"/><Relationship Id="rId11" Type="http://schemas.openxmlformats.org/officeDocument/2006/relationships/tags" Target="../tags/tag75.xml"/><Relationship Id="rId10" Type="http://schemas.openxmlformats.org/officeDocument/2006/relationships/tags" Target="../tags/tag7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87.xml"/><Relationship Id="rId8" Type="http://schemas.openxmlformats.org/officeDocument/2006/relationships/tags" Target="../tags/tag86.xml"/><Relationship Id="rId7" Type="http://schemas.openxmlformats.org/officeDocument/2006/relationships/tags" Target="../tags/tag85.xml"/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7" Type="http://schemas.openxmlformats.org/officeDocument/2006/relationships/tags" Target="../tags/tag95.xml"/><Relationship Id="rId16" Type="http://schemas.openxmlformats.org/officeDocument/2006/relationships/tags" Target="../tags/tag94.xml"/><Relationship Id="rId15" Type="http://schemas.openxmlformats.org/officeDocument/2006/relationships/tags" Target="../tags/tag93.xml"/><Relationship Id="rId14" Type="http://schemas.openxmlformats.org/officeDocument/2006/relationships/tags" Target="../tags/tag92.xml"/><Relationship Id="rId13" Type="http://schemas.openxmlformats.org/officeDocument/2006/relationships/tags" Target="../tags/tag91.xml"/><Relationship Id="rId12" Type="http://schemas.openxmlformats.org/officeDocument/2006/relationships/tags" Target="../tags/tag90.xml"/><Relationship Id="rId11" Type="http://schemas.openxmlformats.org/officeDocument/2006/relationships/tags" Target="../tags/tag89.xml"/><Relationship Id="rId10" Type="http://schemas.openxmlformats.org/officeDocument/2006/relationships/tags" Target="../tags/tag88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03.xml"/><Relationship Id="rId8" Type="http://schemas.openxmlformats.org/officeDocument/2006/relationships/tags" Target="../tags/tag102.xml"/><Relationship Id="rId7" Type="http://schemas.openxmlformats.org/officeDocument/2006/relationships/tags" Target="../tags/tag101.xml"/><Relationship Id="rId6" Type="http://schemas.openxmlformats.org/officeDocument/2006/relationships/tags" Target="../tags/tag100.xml"/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8" Type="http://schemas.openxmlformats.org/officeDocument/2006/relationships/tags" Target="../tags/tag112.xml"/><Relationship Id="rId17" Type="http://schemas.openxmlformats.org/officeDocument/2006/relationships/tags" Target="../tags/tag111.xml"/><Relationship Id="rId16" Type="http://schemas.openxmlformats.org/officeDocument/2006/relationships/tags" Target="../tags/tag110.xml"/><Relationship Id="rId15" Type="http://schemas.openxmlformats.org/officeDocument/2006/relationships/tags" Target="../tags/tag109.xml"/><Relationship Id="rId14" Type="http://schemas.openxmlformats.org/officeDocument/2006/relationships/tags" Target="../tags/tag108.xml"/><Relationship Id="rId13" Type="http://schemas.openxmlformats.org/officeDocument/2006/relationships/tags" Target="../tags/tag107.xml"/><Relationship Id="rId12" Type="http://schemas.openxmlformats.org/officeDocument/2006/relationships/tags" Target="../tags/tag106.xml"/><Relationship Id="rId11" Type="http://schemas.openxmlformats.org/officeDocument/2006/relationships/tags" Target="../tags/tag105.xml"/><Relationship Id="rId10" Type="http://schemas.openxmlformats.org/officeDocument/2006/relationships/tags" Target="../tags/tag104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120.xml"/><Relationship Id="rId8" Type="http://schemas.openxmlformats.org/officeDocument/2006/relationships/tags" Target="../tags/tag119.xml"/><Relationship Id="rId7" Type="http://schemas.openxmlformats.org/officeDocument/2006/relationships/tags" Target="../tags/tag118.xml"/><Relationship Id="rId6" Type="http://schemas.openxmlformats.org/officeDocument/2006/relationships/tags" Target="../tags/tag117.xml"/><Relationship Id="rId5" Type="http://schemas.openxmlformats.org/officeDocument/2006/relationships/tags" Target="../tags/tag116.xml"/><Relationship Id="rId4" Type="http://schemas.openxmlformats.org/officeDocument/2006/relationships/tags" Target="../tags/tag115.xml"/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8" Type="http://schemas.openxmlformats.org/officeDocument/2006/relationships/tags" Target="../tags/tag129.xml"/><Relationship Id="rId17" Type="http://schemas.openxmlformats.org/officeDocument/2006/relationships/tags" Target="../tags/tag128.xml"/><Relationship Id="rId16" Type="http://schemas.openxmlformats.org/officeDocument/2006/relationships/tags" Target="../tags/tag127.xml"/><Relationship Id="rId15" Type="http://schemas.openxmlformats.org/officeDocument/2006/relationships/tags" Target="../tags/tag126.xml"/><Relationship Id="rId14" Type="http://schemas.openxmlformats.org/officeDocument/2006/relationships/tags" Target="../tags/tag125.xml"/><Relationship Id="rId13" Type="http://schemas.openxmlformats.org/officeDocument/2006/relationships/tags" Target="../tags/tag124.xml"/><Relationship Id="rId12" Type="http://schemas.openxmlformats.org/officeDocument/2006/relationships/tags" Target="../tags/tag123.xml"/><Relationship Id="rId11" Type="http://schemas.openxmlformats.org/officeDocument/2006/relationships/tags" Target="../tags/tag122.xml"/><Relationship Id="rId10" Type="http://schemas.openxmlformats.org/officeDocument/2006/relationships/tags" Target="../tags/tag12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137.xml"/><Relationship Id="rId8" Type="http://schemas.openxmlformats.org/officeDocument/2006/relationships/tags" Target="../tags/tag136.xml"/><Relationship Id="rId7" Type="http://schemas.openxmlformats.org/officeDocument/2006/relationships/tags" Target="../tags/tag135.xml"/><Relationship Id="rId6" Type="http://schemas.openxmlformats.org/officeDocument/2006/relationships/tags" Target="../tags/tag134.xml"/><Relationship Id="rId5" Type="http://schemas.openxmlformats.org/officeDocument/2006/relationships/tags" Target="../tags/tag133.xml"/><Relationship Id="rId4" Type="http://schemas.openxmlformats.org/officeDocument/2006/relationships/tags" Target="../tags/tag132.xml"/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8" Type="http://schemas.openxmlformats.org/officeDocument/2006/relationships/tags" Target="../tags/tag146.xml"/><Relationship Id="rId17" Type="http://schemas.openxmlformats.org/officeDocument/2006/relationships/tags" Target="../tags/tag145.xml"/><Relationship Id="rId16" Type="http://schemas.openxmlformats.org/officeDocument/2006/relationships/tags" Target="../tags/tag144.xml"/><Relationship Id="rId15" Type="http://schemas.openxmlformats.org/officeDocument/2006/relationships/tags" Target="../tags/tag143.xml"/><Relationship Id="rId14" Type="http://schemas.openxmlformats.org/officeDocument/2006/relationships/tags" Target="../tags/tag142.xml"/><Relationship Id="rId13" Type="http://schemas.openxmlformats.org/officeDocument/2006/relationships/tags" Target="../tags/tag141.xml"/><Relationship Id="rId12" Type="http://schemas.openxmlformats.org/officeDocument/2006/relationships/tags" Target="../tags/tag140.xml"/><Relationship Id="rId11" Type="http://schemas.openxmlformats.org/officeDocument/2006/relationships/tags" Target="../tags/tag139.xml"/><Relationship Id="rId10" Type="http://schemas.openxmlformats.org/officeDocument/2006/relationships/tags" Target="../tags/tag138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154.xml"/><Relationship Id="rId8" Type="http://schemas.openxmlformats.org/officeDocument/2006/relationships/tags" Target="../tags/tag153.xml"/><Relationship Id="rId7" Type="http://schemas.openxmlformats.org/officeDocument/2006/relationships/tags" Target="../tags/tag152.xml"/><Relationship Id="rId6" Type="http://schemas.openxmlformats.org/officeDocument/2006/relationships/tags" Target="../tags/tag151.xml"/><Relationship Id="rId5" Type="http://schemas.openxmlformats.org/officeDocument/2006/relationships/tags" Target="../tags/tag150.xml"/><Relationship Id="rId4" Type="http://schemas.openxmlformats.org/officeDocument/2006/relationships/tags" Target="../tags/tag149.xml"/><Relationship Id="rId3" Type="http://schemas.openxmlformats.org/officeDocument/2006/relationships/tags" Target="../tags/tag148.xml"/><Relationship Id="rId2" Type="http://schemas.openxmlformats.org/officeDocument/2006/relationships/tags" Target="../tags/tag147.xml"/><Relationship Id="rId14" Type="http://schemas.openxmlformats.org/officeDocument/2006/relationships/tags" Target="../tags/tag159.xml"/><Relationship Id="rId13" Type="http://schemas.openxmlformats.org/officeDocument/2006/relationships/tags" Target="../tags/tag158.xml"/><Relationship Id="rId12" Type="http://schemas.openxmlformats.org/officeDocument/2006/relationships/tags" Target="../tags/tag157.xml"/><Relationship Id="rId11" Type="http://schemas.openxmlformats.org/officeDocument/2006/relationships/tags" Target="../tags/tag156.xml"/><Relationship Id="rId10" Type="http://schemas.openxmlformats.org/officeDocument/2006/relationships/tags" Target="../tags/tag155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67.xml"/><Relationship Id="rId8" Type="http://schemas.openxmlformats.org/officeDocument/2006/relationships/tags" Target="../tags/tag166.xml"/><Relationship Id="rId7" Type="http://schemas.openxmlformats.org/officeDocument/2006/relationships/tags" Target="../tags/tag165.xml"/><Relationship Id="rId6" Type="http://schemas.openxmlformats.org/officeDocument/2006/relationships/tags" Target="../tags/tag164.xml"/><Relationship Id="rId5" Type="http://schemas.openxmlformats.org/officeDocument/2006/relationships/tags" Target="../tags/tag163.xml"/><Relationship Id="rId4" Type="http://schemas.openxmlformats.org/officeDocument/2006/relationships/tags" Target="../tags/tag162.xml"/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5" Type="http://schemas.openxmlformats.org/officeDocument/2006/relationships/tags" Target="../tags/tag173.xml"/><Relationship Id="rId14" Type="http://schemas.openxmlformats.org/officeDocument/2006/relationships/tags" Target="../tags/tag172.xml"/><Relationship Id="rId13" Type="http://schemas.openxmlformats.org/officeDocument/2006/relationships/tags" Target="../tags/tag171.xml"/><Relationship Id="rId12" Type="http://schemas.openxmlformats.org/officeDocument/2006/relationships/tags" Target="../tags/tag170.xml"/><Relationship Id="rId11" Type="http://schemas.openxmlformats.org/officeDocument/2006/relationships/tags" Target="../tags/tag169.xml"/><Relationship Id="rId10" Type="http://schemas.openxmlformats.org/officeDocument/2006/relationships/tags" Target="../tags/tag168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81.xml"/><Relationship Id="rId8" Type="http://schemas.openxmlformats.org/officeDocument/2006/relationships/tags" Target="../tags/tag180.xml"/><Relationship Id="rId7" Type="http://schemas.openxmlformats.org/officeDocument/2006/relationships/tags" Target="../tags/tag179.xml"/><Relationship Id="rId6" Type="http://schemas.openxmlformats.org/officeDocument/2006/relationships/tags" Target="../tags/tag178.xml"/><Relationship Id="rId5" Type="http://schemas.openxmlformats.org/officeDocument/2006/relationships/tags" Target="../tags/tag177.xml"/><Relationship Id="rId4" Type="http://schemas.openxmlformats.org/officeDocument/2006/relationships/tags" Target="../tags/tag176.xml"/><Relationship Id="rId3" Type="http://schemas.openxmlformats.org/officeDocument/2006/relationships/tags" Target="../tags/tag175.xml"/><Relationship Id="rId2" Type="http://schemas.openxmlformats.org/officeDocument/2006/relationships/tags" Target="../tags/tag174.xml"/><Relationship Id="rId15" Type="http://schemas.openxmlformats.org/officeDocument/2006/relationships/tags" Target="../tags/tag187.xml"/><Relationship Id="rId14" Type="http://schemas.openxmlformats.org/officeDocument/2006/relationships/tags" Target="../tags/tag186.xml"/><Relationship Id="rId13" Type="http://schemas.openxmlformats.org/officeDocument/2006/relationships/tags" Target="../tags/tag185.xml"/><Relationship Id="rId12" Type="http://schemas.openxmlformats.org/officeDocument/2006/relationships/tags" Target="../tags/tag184.xml"/><Relationship Id="rId11" Type="http://schemas.openxmlformats.org/officeDocument/2006/relationships/tags" Target="../tags/tag183.xml"/><Relationship Id="rId10" Type="http://schemas.openxmlformats.org/officeDocument/2006/relationships/tags" Target="../tags/tag182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6" Type="http://schemas.openxmlformats.org/officeDocument/2006/relationships/tags" Target="../tags/tag192.xml"/><Relationship Id="rId5" Type="http://schemas.openxmlformats.org/officeDocument/2006/relationships/tags" Target="../tags/tag191.xml"/><Relationship Id="rId4" Type="http://schemas.openxmlformats.org/officeDocument/2006/relationships/tags" Target="../tags/tag190.xml"/><Relationship Id="rId3" Type="http://schemas.openxmlformats.org/officeDocument/2006/relationships/tags" Target="../tags/tag189.xml"/><Relationship Id="rId2" Type="http://schemas.openxmlformats.org/officeDocument/2006/relationships/tags" Target="../tags/tag188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199.xml"/><Relationship Id="rId7" Type="http://schemas.openxmlformats.org/officeDocument/2006/relationships/tags" Target="../tags/tag198.xml"/><Relationship Id="rId6" Type="http://schemas.openxmlformats.org/officeDocument/2006/relationships/tags" Target="../tags/tag197.xml"/><Relationship Id="rId5" Type="http://schemas.openxmlformats.org/officeDocument/2006/relationships/tags" Target="../tags/tag196.xml"/><Relationship Id="rId4" Type="http://schemas.openxmlformats.org/officeDocument/2006/relationships/tags" Target="../tags/tag195.xml"/><Relationship Id="rId3" Type="http://schemas.openxmlformats.org/officeDocument/2006/relationships/tags" Target="../tags/tag194.xml"/><Relationship Id="rId2" Type="http://schemas.openxmlformats.org/officeDocument/2006/relationships/tags" Target="../tags/tag193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7" Type="http://schemas.openxmlformats.org/officeDocument/2006/relationships/tags" Target="../tags/tag205.xml"/><Relationship Id="rId6" Type="http://schemas.openxmlformats.org/officeDocument/2006/relationships/tags" Target="../tags/tag204.xml"/><Relationship Id="rId5" Type="http://schemas.openxmlformats.org/officeDocument/2006/relationships/tags" Target="../tags/tag203.xml"/><Relationship Id="rId4" Type="http://schemas.openxmlformats.org/officeDocument/2006/relationships/tags" Target="../tags/tag202.xml"/><Relationship Id="rId3" Type="http://schemas.openxmlformats.org/officeDocument/2006/relationships/tags" Target="../tags/tag201.xml"/><Relationship Id="rId2" Type="http://schemas.openxmlformats.org/officeDocument/2006/relationships/tags" Target="../tags/tag200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213.xml"/><Relationship Id="rId8" Type="http://schemas.openxmlformats.org/officeDocument/2006/relationships/tags" Target="../tags/tag212.xml"/><Relationship Id="rId7" Type="http://schemas.openxmlformats.org/officeDocument/2006/relationships/tags" Target="../tags/tag211.xml"/><Relationship Id="rId6" Type="http://schemas.openxmlformats.org/officeDocument/2006/relationships/tags" Target="../tags/tag210.xml"/><Relationship Id="rId5" Type="http://schemas.openxmlformats.org/officeDocument/2006/relationships/tags" Target="../tags/tag209.xml"/><Relationship Id="rId4" Type="http://schemas.openxmlformats.org/officeDocument/2006/relationships/tags" Target="../tags/tag208.xml"/><Relationship Id="rId3" Type="http://schemas.openxmlformats.org/officeDocument/2006/relationships/tags" Target="../tags/tag207.xml"/><Relationship Id="rId2" Type="http://schemas.openxmlformats.org/officeDocument/2006/relationships/tags" Target="../tags/tag206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5" Type="http://schemas.openxmlformats.org/officeDocument/2006/relationships/tags" Target="../tags/tag217.xml"/><Relationship Id="rId4" Type="http://schemas.openxmlformats.org/officeDocument/2006/relationships/tags" Target="../tags/tag216.xml"/><Relationship Id="rId3" Type="http://schemas.openxmlformats.org/officeDocument/2006/relationships/tags" Target="../tags/tag215.xml"/><Relationship Id="rId2" Type="http://schemas.openxmlformats.org/officeDocument/2006/relationships/tags" Target="../tags/tag214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5" Type="http://schemas.openxmlformats.org/officeDocument/2006/relationships/tags" Target="../tags/tag224.xml"/><Relationship Id="rId4" Type="http://schemas.openxmlformats.org/officeDocument/2006/relationships/tags" Target="../tags/tag223.xml"/><Relationship Id="rId3" Type="http://schemas.openxmlformats.org/officeDocument/2006/relationships/tags" Target="../tags/tag222.xml"/><Relationship Id="rId2" Type="http://schemas.openxmlformats.org/officeDocument/2006/relationships/tags" Target="../tags/tag221.xml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6" Type="http://schemas.openxmlformats.org/officeDocument/2006/relationships/tags" Target="../tags/tag229.xml"/><Relationship Id="rId5" Type="http://schemas.openxmlformats.org/officeDocument/2006/relationships/tags" Target="../tags/tag228.xml"/><Relationship Id="rId4" Type="http://schemas.openxmlformats.org/officeDocument/2006/relationships/tags" Target="../tags/tag227.xml"/><Relationship Id="rId3" Type="http://schemas.openxmlformats.org/officeDocument/2006/relationships/tags" Target="../tags/tag226.xml"/><Relationship Id="rId2" Type="http://schemas.openxmlformats.org/officeDocument/2006/relationships/tags" Target="../tags/tag225.xml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tags" Target="../tags/tag236.xml"/><Relationship Id="rId7" Type="http://schemas.openxmlformats.org/officeDocument/2006/relationships/tags" Target="../tags/tag235.xml"/><Relationship Id="rId6" Type="http://schemas.openxmlformats.org/officeDocument/2006/relationships/tags" Target="../tags/tag234.xml"/><Relationship Id="rId5" Type="http://schemas.openxmlformats.org/officeDocument/2006/relationships/tags" Target="../tags/tag233.xml"/><Relationship Id="rId4" Type="http://schemas.openxmlformats.org/officeDocument/2006/relationships/tags" Target="../tags/tag232.xml"/><Relationship Id="rId3" Type="http://schemas.openxmlformats.org/officeDocument/2006/relationships/tags" Target="../tags/tag231.xml"/><Relationship Id="rId2" Type="http://schemas.openxmlformats.org/officeDocument/2006/relationships/tags" Target="../tags/tag230.xml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tags" Target="../tags/tag244.xml"/><Relationship Id="rId8" Type="http://schemas.openxmlformats.org/officeDocument/2006/relationships/tags" Target="../tags/tag243.xml"/><Relationship Id="rId7" Type="http://schemas.openxmlformats.org/officeDocument/2006/relationships/tags" Target="../tags/tag242.xml"/><Relationship Id="rId6" Type="http://schemas.openxmlformats.org/officeDocument/2006/relationships/tags" Target="../tags/tag241.xml"/><Relationship Id="rId5" Type="http://schemas.openxmlformats.org/officeDocument/2006/relationships/tags" Target="../tags/tag240.xml"/><Relationship Id="rId4" Type="http://schemas.openxmlformats.org/officeDocument/2006/relationships/tags" Target="../tags/tag239.xml"/><Relationship Id="rId3" Type="http://schemas.openxmlformats.org/officeDocument/2006/relationships/tags" Target="../tags/tag238.xml"/><Relationship Id="rId2" Type="http://schemas.openxmlformats.org/officeDocument/2006/relationships/tags" Target="../tags/tag237.xml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tags" Target="../tags/tag251.xml"/><Relationship Id="rId7" Type="http://schemas.openxmlformats.org/officeDocument/2006/relationships/tags" Target="../tags/tag250.xml"/><Relationship Id="rId6" Type="http://schemas.openxmlformats.org/officeDocument/2006/relationships/tags" Target="../tags/tag249.xml"/><Relationship Id="rId5" Type="http://schemas.openxmlformats.org/officeDocument/2006/relationships/tags" Target="../tags/tag248.xml"/><Relationship Id="rId4" Type="http://schemas.openxmlformats.org/officeDocument/2006/relationships/tags" Target="../tags/tag247.xml"/><Relationship Id="rId3" Type="http://schemas.openxmlformats.org/officeDocument/2006/relationships/tags" Target="../tags/tag246.xml"/><Relationship Id="rId2" Type="http://schemas.openxmlformats.org/officeDocument/2006/relationships/tags" Target="../tags/tag245.xml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9" Type="http://schemas.openxmlformats.org/officeDocument/2006/relationships/tags" Target="../tags/tag259.xml"/><Relationship Id="rId8" Type="http://schemas.openxmlformats.org/officeDocument/2006/relationships/tags" Target="../tags/tag258.xml"/><Relationship Id="rId7" Type="http://schemas.openxmlformats.org/officeDocument/2006/relationships/tags" Target="../tags/tag257.xml"/><Relationship Id="rId6" Type="http://schemas.openxmlformats.org/officeDocument/2006/relationships/tags" Target="../tags/tag256.xml"/><Relationship Id="rId5" Type="http://schemas.openxmlformats.org/officeDocument/2006/relationships/tags" Target="../tags/tag255.xml"/><Relationship Id="rId4" Type="http://schemas.openxmlformats.org/officeDocument/2006/relationships/tags" Target="../tags/tag254.xml"/><Relationship Id="rId3" Type="http://schemas.openxmlformats.org/officeDocument/2006/relationships/tags" Target="../tags/tag253.xml"/><Relationship Id="rId2" Type="http://schemas.openxmlformats.org/officeDocument/2006/relationships/tags" Target="../tags/tag252.xml"/><Relationship Id="rId18" Type="http://schemas.openxmlformats.org/officeDocument/2006/relationships/tags" Target="../tags/tag268.xml"/><Relationship Id="rId17" Type="http://schemas.openxmlformats.org/officeDocument/2006/relationships/tags" Target="../tags/tag267.xml"/><Relationship Id="rId16" Type="http://schemas.openxmlformats.org/officeDocument/2006/relationships/tags" Target="../tags/tag266.xml"/><Relationship Id="rId15" Type="http://schemas.openxmlformats.org/officeDocument/2006/relationships/tags" Target="../tags/tag265.xml"/><Relationship Id="rId14" Type="http://schemas.openxmlformats.org/officeDocument/2006/relationships/tags" Target="../tags/tag264.xml"/><Relationship Id="rId13" Type="http://schemas.openxmlformats.org/officeDocument/2006/relationships/tags" Target="../tags/tag263.xml"/><Relationship Id="rId12" Type="http://schemas.openxmlformats.org/officeDocument/2006/relationships/tags" Target="../tags/tag262.xml"/><Relationship Id="rId11" Type="http://schemas.openxmlformats.org/officeDocument/2006/relationships/tags" Target="../tags/tag261.xml"/><Relationship Id="rId10" Type="http://schemas.openxmlformats.org/officeDocument/2006/relationships/tags" Target="../tags/tag260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9_1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1524000"/>
            <a:ext cx="3454400" cy="2946400"/>
          </a:xfrm>
          <a:custGeom>
            <a:avLst/>
            <a:gdLst>
              <a:gd name="connisteX0" fmla="*/ 0 w 3454400"/>
              <a:gd name="connsiteY0" fmla="*/ 203200 h 2946400"/>
              <a:gd name="connisteX1" fmla="*/ 203200 w 3454400"/>
              <a:gd name="connsiteY1" fmla="*/ 0 h 2946400"/>
              <a:gd name="connisteX2" fmla="*/ 3251200 w 3454400"/>
              <a:gd name="connsiteY2" fmla="*/ 0 h 2946400"/>
              <a:gd name="connisteX3" fmla="*/ 3454400 w 3454400"/>
              <a:gd name="connsiteY3" fmla="*/ 203200 h 2946400"/>
              <a:gd name="connisteX4" fmla="*/ 3454400 w 3454400"/>
              <a:gd name="connsiteY4" fmla="*/ 2743200 h 2946400"/>
              <a:gd name="connisteX5" fmla="*/ 3251200 w 3454400"/>
              <a:gd name="connsiteY5" fmla="*/ 2946400 h 2946400"/>
              <a:gd name="connisteX6" fmla="*/ 203200 w 3454400"/>
              <a:gd name="connsiteY6" fmla="*/ 2946400 h 2946400"/>
              <a:gd name="connisteX7" fmla="*/ 0 w 3454400"/>
              <a:gd name="connsiteY7" fmla="*/ 2743200 h 2946400"/>
              <a:gd name="connisteX8" fmla="*/ 0 w 34544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743200"/>
                </a:lnTo>
                <a:cubicBezTo>
                  <a:pt x="3454400" y="2855424"/>
                  <a:pt x="3363424" y="2946400"/>
                  <a:pt x="32512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47752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5334000"/>
            <a:ext cx="3454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内容占位符 14"/>
          <p:cNvSpPr>
            <a:spLocks noGrp="1"/>
          </p:cNvSpPr>
          <p:nvPr>
            <p:ph idx="16393" hasCustomPrompt="1"/>
            <p:custDataLst>
              <p:tags r:id="rId9"/>
            </p:custDataLst>
          </p:nvPr>
        </p:nvSpPr>
        <p:spPr>
          <a:xfrm>
            <a:off x="4368800" y="1524000"/>
            <a:ext cx="3454400" cy="2946400"/>
          </a:xfrm>
          <a:custGeom>
            <a:avLst/>
            <a:gdLst>
              <a:gd name="connisteX0" fmla="*/ 0 w 3454400"/>
              <a:gd name="connsiteY0" fmla="*/ 203200 h 2946400"/>
              <a:gd name="connisteX1" fmla="*/ 203200 w 3454400"/>
              <a:gd name="connsiteY1" fmla="*/ 0 h 2946400"/>
              <a:gd name="connisteX2" fmla="*/ 3251200 w 3454400"/>
              <a:gd name="connsiteY2" fmla="*/ 0 h 2946400"/>
              <a:gd name="connisteX3" fmla="*/ 3454400 w 3454400"/>
              <a:gd name="connsiteY3" fmla="*/ 203200 h 2946400"/>
              <a:gd name="connisteX4" fmla="*/ 3454400 w 3454400"/>
              <a:gd name="connsiteY4" fmla="*/ 2743200 h 2946400"/>
              <a:gd name="connisteX5" fmla="*/ 3251200 w 3454400"/>
              <a:gd name="connsiteY5" fmla="*/ 2946400 h 2946400"/>
              <a:gd name="connisteX6" fmla="*/ 203200 w 3454400"/>
              <a:gd name="connsiteY6" fmla="*/ 2946400 h 2946400"/>
              <a:gd name="connisteX7" fmla="*/ 0 w 3454400"/>
              <a:gd name="connsiteY7" fmla="*/ 2743200 h 2946400"/>
              <a:gd name="connisteX8" fmla="*/ 0 w 34544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743200"/>
                </a:lnTo>
                <a:cubicBezTo>
                  <a:pt x="3454400" y="2855424"/>
                  <a:pt x="3363424" y="2946400"/>
                  <a:pt x="32512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4368800" y="47752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4368800" y="5334000"/>
            <a:ext cx="3454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内容占位符 17"/>
          <p:cNvSpPr>
            <a:spLocks noGrp="1"/>
          </p:cNvSpPr>
          <p:nvPr>
            <p:ph idx="16394" hasCustomPrompt="1"/>
            <p:custDataLst>
              <p:tags r:id="rId12"/>
            </p:custDataLst>
          </p:nvPr>
        </p:nvSpPr>
        <p:spPr>
          <a:xfrm>
            <a:off x="8128000" y="1524000"/>
            <a:ext cx="3454400" cy="2946400"/>
          </a:xfrm>
          <a:custGeom>
            <a:avLst/>
            <a:gdLst>
              <a:gd name="connisteX0" fmla="*/ 0 w 3454400"/>
              <a:gd name="connsiteY0" fmla="*/ 203200 h 2946400"/>
              <a:gd name="connisteX1" fmla="*/ 203200 w 3454400"/>
              <a:gd name="connsiteY1" fmla="*/ 0 h 2946400"/>
              <a:gd name="connisteX2" fmla="*/ 3251200 w 3454400"/>
              <a:gd name="connsiteY2" fmla="*/ 0 h 2946400"/>
              <a:gd name="connisteX3" fmla="*/ 3454400 w 3454400"/>
              <a:gd name="connsiteY3" fmla="*/ 203200 h 2946400"/>
              <a:gd name="connisteX4" fmla="*/ 3454400 w 3454400"/>
              <a:gd name="connsiteY4" fmla="*/ 2743200 h 2946400"/>
              <a:gd name="connisteX5" fmla="*/ 3251200 w 3454400"/>
              <a:gd name="connsiteY5" fmla="*/ 2946400 h 2946400"/>
              <a:gd name="connisteX6" fmla="*/ 203200 w 3454400"/>
              <a:gd name="connsiteY6" fmla="*/ 2946400 h 2946400"/>
              <a:gd name="connisteX7" fmla="*/ 0 w 3454400"/>
              <a:gd name="connsiteY7" fmla="*/ 2743200 h 2946400"/>
              <a:gd name="connisteX8" fmla="*/ 0 w 34544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743200"/>
                </a:lnTo>
                <a:cubicBezTo>
                  <a:pt x="3454400" y="2855424"/>
                  <a:pt x="3363424" y="2946400"/>
                  <a:pt x="32512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128000" y="47752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128000" y="5334000"/>
            <a:ext cx="3454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6_1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3" hasCustomPrompt="1"/>
            <p:custDataLst>
              <p:tags r:id="rId7"/>
            </p:custDataLst>
          </p:nvPr>
        </p:nvSpPr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368800" y="1524000"/>
            <a:ext cx="3454400" cy="2692400"/>
          </a:xfrm>
          <a:custGeom>
            <a:avLst/>
            <a:gdLst>
              <a:gd name="connisteX0" fmla="*/ 0 w 3454400"/>
              <a:gd name="connsiteY0" fmla="*/ 203200 h 2692400"/>
              <a:gd name="connisteX1" fmla="*/ 203200 w 3454400"/>
              <a:gd name="connsiteY1" fmla="*/ 0 h 2692400"/>
              <a:gd name="connisteX2" fmla="*/ 3251200 w 3454400"/>
              <a:gd name="connsiteY2" fmla="*/ 0 h 2692400"/>
              <a:gd name="connisteX3" fmla="*/ 3454400 w 3454400"/>
              <a:gd name="connsiteY3" fmla="*/ 203200 h 2692400"/>
              <a:gd name="connisteX4" fmla="*/ 3454400 w 3454400"/>
              <a:gd name="connsiteY4" fmla="*/ 2692400 h 2692400"/>
              <a:gd name="connisteX5" fmla="*/ 0 w 3454400"/>
              <a:gd name="connsiteY5" fmla="*/ 2692400 h 2692400"/>
              <a:gd name="connisteX6" fmla="*/ 0 w 3454400"/>
              <a:gd name="connsiteY6" fmla="*/ 20320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92400"/>
                </a:lnTo>
                <a:lnTo>
                  <a:pt x="0" y="2692400"/>
                </a:ln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5" hasCustomPrompt="1"/>
            <p:custDataLst>
              <p:tags r:id="rId11"/>
            </p:custDataLst>
          </p:nvPr>
        </p:nvSpPr>
        <p:spPr>
          <a:xfrm>
            <a:off x="4368800" y="4216400"/>
            <a:ext cx="3454400" cy="2032000"/>
          </a:xfrm>
          <a:custGeom>
            <a:avLst/>
            <a:gdLst>
              <a:gd name="connisteX0" fmla="*/ 0 w 3454400"/>
              <a:gd name="connsiteY0" fmla="*/ 0 h 2032000"/>
              <a:gd name="connisteX1" fmla="*/ 3454400 w 3454400"/>
              <a:gd name="connsiteY1" fmla="*/ 0 h 2032000"/>
              <a:gd name="connisteX2" fmla="*/ 3454400 w 3454400"/>
              <a:gd name="connsiteY2" fmla="*/ 1828800 h 2032000"/>
              <a:gd name="connisteX3" fmla="*/ 3251200 w 3454400"/>
              <a:gd name="connsiteY3" fmla="*/ 2032000 h 2032000"/>
              <a:gd name="connisteX4" fmla="*/ 203200 w 3454400"/>
              <a:gd name="connsiteY4" fmla="*/ 2032000 h 2032000"/>
              <a:gd name="connisteX5" fmla="*/ 0 w 3454400"/>
              <a:gd name="connsiteY5" fmla="*/ 1828800 h 2032000"/>
              <a:gd name="connisteX6" fmla="*/ 0 w 3454400"/>
              <a:gd name="connsiteY6" fmla="*/ 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0"/>
                </a:moveTo>
                <a:lnTo>
                  <a:pt x="3454400" y="0"/>
                </a:lnTo>
                <a:lnTo>
                  <a:pt x="3454400" y="1828800"/>
                </a:lnTo>
                <a:cubicBezTo>
                  <a:pt x="3454400" y="1941024"/>
                  <a:pt x="3363424" y="2032000"/>
                  <a:pt x="32512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673600" y="1727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673600" y="2184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6" hasCustomPrompt="1"/>
            <p:custDataLst>
              <p:tags r:id="rId14"/>
            </p:custDataLst>
          </p:nvPr>
        </p:nvSpPr>
        <p:spPr>
          <a:xfrm>
            <a:off x="81280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84328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84328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3_2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4" hasCustomPrompt="1"/>
            <p:custDataLst>
              <p:tags r:id="rId6"/>
            </p:custDataLst>
          </p:nvPr>
        </p:nvSpPr>
        <p:spPr>
          <a:xfrm>
            <a:off x="609600" y="1524000"/>
            <a:ext cx="10972800" cy="2489200"/>
          </a:xfrm>
          <a:custGeom>
            <a:avLst/>
            <a:gdLst>
              <a:gd name="connisteX0" fmla="*/ 0 w 10972800"/>
              <a:gd name="connsiteY0" fmla="*/ 203200 h 2489200"/>
              <a:gd name="connisteX1" fmla="*/ 203200 w 10972800"/>
              <a:gd name="connsiteY1" fmla="*/ 0 h 2489200"/>
              <a:gd name="connisteX2" fmla="*/ 10769600 w 10972800"/>
              <a:gd name="connsiteY2" fmla="*/ 0 h 2489200"/>
              <a:gd name="connisteX3" fmla="*/ 10972800 w 10972800"/>
              <a:gd name="connsiteY3" fmla="*/ 203200 h 2489200"/>
              <a:gd name="connisteX4" fmla="*/ 10972800 w 10972800"/>
              <a:gd name="connsiteY4" fmla="*/ 2286000 h 2489200"/>
              <a:gd name="connisteX5" fmla="*/ 10769600 w 10972800"/>
              <a:gd name="connsiteY5" fmla="*/ 2489200 h 2489200"/>
              <a:gd name="connisteX6" fmla="*/ 203200 w 10972800"/>
              <a:gd name="connsiteY6" fmla="*/ 2489200 h 2489200"/>
              <a:gd name="connisteX7" fmla="*/ 0 w 10972800"/>
              <a:gd name="connsiteY7" fmla="*/ 2286000 h 2489200"/>
              <a:gd name="connisteX8" fmla="*/ 0 w 10972800"/>
              <a:gd name="connsiteY8" fmla="*/ 203200 h 248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489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286000"/>
                </a:lnTo>
                <a:cubicBezTo>
                  <a:pt x="10972800" y="2398224"/>
                  <a:pt x="10881824" y="2489200"/>
                  <a:pt x="10769600" y="2489200"/>
                </a:cubicBezTo>
                <a:lnTo>
                  <a:pt x="203200" y="2489200"/>
                </a:lnTo>
                <a:cubicBezTo>
                  <a:pt x="90976" y="2489200"/>
                  <a:pt x="0" y="2398224"/>
                  <a:pt x="0" y="2286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44704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5029200"/>
            <a:ext cx="2286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3505200" y="44704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3505200" y="5029200"/>
            <a:ext cx="2286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6400800" y="44704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6400800" y="5029200"/>
            <a:ext cx="2286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9296400" y="44704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9296400" y="5029200"/>
            <a:ext cx="2286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2_4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1524000"/>
            <a:ext cx="10972800" cy="2844800"/>
          </a:xfrm>
          <a:custGeom>
            <a:avLst/>
            <a:gdLst>
              <a:gd name="connisteX0" fmla="*/ 0 w 10972800"/>
              <a:gd name="connsiteY0" fmla="*/ 203200 h 2844800"/>
              <a:gd name="connisteX1" fmla="*/ 203200 w 10972800"/>
              <a:gd name="connsiteY1" fmla="*/ 0 h 2844800"/>
              <a:gd name="connisteX2" fmla="*/ 10769600 w 10972800"/>
              <a:gd name="connsiteY2" fmla="*/ 0 h 2844800"/>
              <a:gd name="connisteX3" fmla="*/ 10972800 w 10972800"/>
              <a:gd name="connsiteY3" fmla="*/ 203200 h 2844800"/>
              <a:gd name="connisteX4" fmla="*/ 10972800 w 10972800"/>
              <a:gd name="connsiteY4" fmla="*/ 2641600 h 2844800"/>
              <a:gd name="connisteX5" fmla="*/ 10769600 w 10972800"/>
              <a:gd name="connsiteY5" fmla="*/ 2844800 h 2844800"/>
              <a:gd name="connisteX6" fmla="*/ 203200 w 10972800"/>
              <a:gd name="connsiteY6" fmla="*/ 2844800 h 2844800"/>
              <a:gd name="connisteX7" fmla="*/ 0 w 10972800"/>
              <a:gd name="connsiteY7" fmla="*/ 2641600 h 2844800"/>
              <a:gd name="connisteX8" fmla="*/ 0 w 10972800"/>
              <a:gd name="connsiteY8" fmla="*/ 203200 h 2844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844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641600"/>
                </a:lnTo>
                <a:cubicBezTo>
                  <a:pt x="10972800" y="2753824"/>
                  <a:pt x="10881824" y="2844800"/>
                  <a:pt x="10769600" y="2844800"/>
                </a:cubicBezTo>
                <a:lnTo>
                  <a:pt x="203200" y="2844800"/>
                </a:lnTo>
                <a:cubicBezTo>
                  <a:pt x="90976" y="2844800"/>
                  <a:pt x="0" y="2753824"/>
                  <a:pt x="0" y="2641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609600" y="4826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4826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53340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400800" y="4826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6553200" y="4826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6553200" y="53340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左表下右内-装饰右叠-默认位置-并列-60_24_group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1524000"/>
            <a:ext cx="4038600" cy="4724400"/>
          </a:xfrm>
          <a:custGeom>
            <a:avLst/>
            <a:gdLst>
              <a:gd name="connisteX0" fmla="*/ 0 w 4038600"/>
              <a:gd name="connsiteY0" fmla="*/ 203200 h 4724400"/>
              <a:gd name="connisteX1" fmla="*/ 203200 w 4038600"/>
              <a:gd name="connsiteY1" fmla="*/ 0 h 4724400"/>
              <a:gd name="connisteX2" fmla="*/ 4038600 w 4038600"/>
              <a:gd name="connsiteY2" fmla="*/ 0 h 4724400"/>
              <a:gd name="connisteX3" fmla="*/ 4038600 w 4038600"/>
              <a:gd name="connsiteY3" fmla="*/ 4724400 h 4724400"/>
              <a:gd name="connisteX4" fmla="*/ 203200 w 4038600"/>
              <a:gd name="connsiteY4" fmla="*/ 4724400 h 4724400"/>
              <a:gd name="connisteX5" fmla="*/ 0 w 4038600"/>
              <a:gd name="connsiteY5" fmla="*/ 4521200 h 4724400"/>
              <a:gd name="connisteX6" fmla="*/ 0 w 4038600"/>
              <a:gd name="connsiteY6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0386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4038600" y="0"/>
                </a:lnTo>
                <a:lnTo>
                  <a:pt x="4038600" y="4724400"/>
                </a:ln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4648200" y="1524000"/>
            <a:ext cx="6934200" cy="4724400"/>
          </a:xfrm>
          <a:custGeom>
            <a:avLst/>
            <a:gdLst>
              <a:gd name="connisteX0" fmla="*/ 0 w 6934200"/>
              <a:gd name="connsiteY0" fmla="*/ 0 h 4724400"/>
              <a:gd name="connisteX1" fmla="*/ 6731000 w 6934200"/>
              <a:gd name="connsiteY1" fmla="*/ 0 h 4724400"/>
              <a:gd name="connisteX2" fmla="*/ 6934200 w 6934200"/>
              <a:gd name="connsiteY2" fmla="*/ 203200 h 4724400"/>
              <a:gd name="connisteX3" fmla="*/ 6934200 w 6934200"/>
              <a:gd name="connsiteY3" fmla="*/ 4521200 h 4724400"/>
              <a:gd name="connisteX4" fmla="*/ 6731000 w 6934200"/>
              <a:gd name="connsiteY4" fmla="*/ 4724400 h 4724400"/>
              <a:gd name="connisteX5" fmla="*/ 0 w 6934200"/>
              <a:gd name="connsiteY5" fmla="*/ 4724400 h 4724400"/>
              <a:gd name="connisteX6" fmla="*/ 0 w 69342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6934200" h="4724400">
                <a:moveTo>
                  <a:pt x="0" y="0"/>
                </a:moveTo>
                <a:lnTo>
                  <a:pt x="6731000" y="0"/>
                </a:lnTo>
                <a:cubicBezTo>
                  <a:pt x="6843224" y="0"/>
                  <a:pt x="6934200" y="90976"/>
                  <a:pt x="6934200" y="203200"/>
                </a:cubicBezTo>
                <a:lnTo>
                  <a:pt x="6934200" y="4521200"/>
                </a:lnTo>
                <a:cubicBezTo>
                  <a:pt x="6934200" y="4633424"/>
                  <a:pt x="6843224" y="4724400"/>
                  <a:pt x="67310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5124450" y="2374900"/>
            <a:ext cx="876300" cy="736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6" hasCustomPrompt="1"/>
            <p:custDataLst>
              <p:tags r:id="rId9"/>
            </p:custDataLst>
          </p:nvPr>
        </p:nvSpPr>
        <p:spPr>
          <a:xfrm>
            <a:off x="5105400" y="3454400"/>
            <a:ext cx="27051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7" hasCustomPrompt="1"/>
            <p:custDataLst>
              <p:tags r:id="rId10"/>
            </p:custDataLst>
          </p:nvPr>
        </p:nvSpPr>
        <p:spPr>
          <a:xfrm>
            <a:off x="5105400" y="3962400"/>
            <a:ext cx="27051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439150" y="2374900"/>
            <a:ext cx="876300" cy="736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8420100" y="3454400"/>
            <a:ext cx="27051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420100" y="3962400"/>
            <a:ext cx="27051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1_4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4" hasCustomPrompt="1"/>
            <p:custDataLst>
              <p:tags r:id="rId6"/>
            </p:custDataLst>
          </p:nvPr>
        </p:nvSpPr>
        <p:spPr>
          <a:xfrm>
            <a:off x="8001000" y="1524000"/>
            <a:ext cx="3581400" cy="4724400"/>
          </a:xfrm>
          <a:custGeom>
            <a:avLst/>
            <a:gdLst>
              <a:gd name="connisteX0" fmla="*/ 0 w 3581400"/>
              <a:gd name="connsiteY0" fmla="*/ 0 h 4724400"/>
              <a:gd name="connisteX1" fmla="*/ 3378200 w 3581400"/>
              <a:gd name="connsiteY1" fmla="*/ 0 h 4724400"/>
              <a:gd name="connisteX2" fmla="*/ 3581400 w 3581400"/>
              <a:gd name="connsiteY2" fmla="*/ 203200 h 4724400"/>
              <a:gd name="connisteX3" fmla="*/ 3581400 w 3581400"/>
              <a:gd name="connsiteY3" fmla="*/ 4521200 h 4724400"/>
              <a:gd name="connisteX4" fmla="*/ 3378200 w 3581400"/>
              <a:gd name="connsiteY4" fmla="*/ 4724400 h 4724400"/>
              <a:gd name="connisteX5" fmla="*/ 0 w 3581400"/>
              <a:gd name="connsiteY5" fmla="*/ 4724400 h 4724400"/>
              <a:gd name="connisteX6" fmla="*/ 0 w 35814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81400" h="4724400">
                <a:moveTo>
                  <a:pt x="0" y="0"/>
                </a:moveTo>
                <a:lnTo>
                  <a:pt x="3378200" y="0"/>
                </a:lnTo>
                <a:cubicBezTo>
                  <a:pt x="3490424" y="0"/>
                  <a:pt x="3581400" y="90976"/>
                  <a:pt x="3581400" y="203200"/>
                </a:cubicBezTo>
                <a:lnTo>
                  <a:pt x="3581400" y="4521200"/>
                </a:lnTo>
                <a:cubicBezTo>
                  <a:pt x="3581400" y="4633424"/>
                  <a:pt x="3490424" y="4724400"/>
                  <a:pt x="33782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5" hasCustomPrompt="1"/>
            <p:custDataLst>
              <p:tags r:id="rId7"/>
            </p:custDataLst>
          </p:nvPr>
        </p:nvSpPr>
        <p:spPr>
          <a:xfrm>
            <a:off x="609600" y="1524000"/>
            <a:ext cx="7391400" cy="4724400"/>
          </a:xfrm>
          <a:custGeom>
            <a:avLst/>
            <a:gdLst>
              <a:gd name="connisteX0" fmla="*/ 0 w 7391400"/>
              <a:gd name="connsiteY0" fmla="*/ 203200 h 4724400"/>
              <a:gd name="connisteX1" fmla="*/ 203200 w 7391400"/>
              <a:gd name="connsiteY1" fmla="*/ 0 h 4724400"/>
              <a:gd name="connisteX2" fmla="*/ 7391400 w 7391400"/>
              <a:gd name="connsiteY2" fmla="*/ 0 h 4724400"/>
              <a:gd name="connisteX3" fmla="*/ 7391400 w 7391400"/>
              <a:gd name="connsiteY3" fmla="*/ 4724400 h 4724400"/>
              <a:gd name="connisteX4" fmla="*/ 203200 w 7391400"/>
              <a:gd name="connsiteY4" fmla="*/ 4724400 h 4724400"/>
              <a:gd name="connisteX5" fmla="*/ 0 w 7391400"/>
              <a:gd name="connsiteY5" fmla="*/ 4521200 h 4724400"/>
              <a:gd name="connisteX6" fmla="*/ 0 w 7391400"/>
              <a:gd name="connsiteY6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391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391400" y="0"/>
                </a:lnTo>
                <a:lnTo>
                  <a:pt x="7391400" y="4724400"/>
                </a:ln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066800" y="2184400"/>
            <a:ext cx="30099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1066800" y="2743200"/>
            <a:ext cx="30099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4533900" y="2184400"/>
            <a:ext cx="30099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4533900" y="2743200"/>
            <a:ext cx="30099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0" hasCustomPrompt="1"/>
            <p:custDataLst>
              <p:tags r:id="rId12"/>
            </p:custDataLst>
          </p:nvPr>
        </p:nvSpPr>
        <p:spPr>
          <a:xfrm>
            <a:off x="1066800" y="4114800"/>
            <a:ext cx="30099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1" hasCustomPrompt="1"/>
            <p:custDataLst>
              <p:tags r:id="rId13"/>
            </p:custDataLst>
          </p:nvPr>
        </p:nvSpPr>
        <p:spPr>
          <a:xfrm>
            <a:off x="1066800" y="4673600"/>
            <a:ext cx="30099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2" hasCustomPrompt="1"/>
            <p:custDataLst>
              <p:tags r:id="rId14"/>
            </p:custDataLst>
          </p:nvPr>
        </p:nvSpPr>
        <p:spPr>
          <a:xfrm>
            <a:off x="4533900" y="4114800"/>
            <a:ext cx="30099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4533900" y="4673600"/>
            <a:ext cx="30099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8_1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3" hasCustomPrompt="1"/>
            <p:custDataLst>
              <p:tags r:id="rId7"/>
            </p:custDataLst>
          </p:nvPr>
        </p:nvSpPr>
        <p:spPr>
          <a:xfrm>
            <a:off x="914400" y="1828800"/>
            <a:ext cx="2844800" cy="16256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36576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1148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3688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5" hasCustomPrompt="1"/>
            <p:custDataLst>
              <p:tags r:id="rId11"/>
            </p:custDataLst>
          </p:nvPr>
        </p:nvSpPr>
        <p:spPr>
          <a:xfrm>
            <a:off x="4673600" y="1828800"/>
            <a:ext cx="2844800" cy="16256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673600" y="36576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673600" y="41148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6" hasCustomPrompt="1"/>
            <p:custDataLst>
              <p:tags r:id="rId14"/>
            </p:custDataLst>
          </p:nvPr>
        </p:nvSpPr>
        <p:spPr>
          <a:xfrm>
            <a:off x="81280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8432800" y="1828800"/>
            <a:ext cx="2844800" cy="16256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8432800" y="36576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8432800" y="41148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4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52578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4" hasCustomPrompt="1"/>
            <p:custDataLst>
              <p:tags r:id="rId6"/>
            </p:custDataLst>
          </p:nvPr>
        </p:nvSpPr>
        <p:spPr>
          <a:xfrm>
            <a:off x="609600" y="609600"/>
            <a:ext cx="4038600" cy="5638800"/>
          </a:xfrm>
          <a:custGeom>
            <a:avLst/>
            <a:gdLst>
              <a:gd name="connisteX0" fmla="*/ 0 w 4038600"/>
              <a:gd name="connsiteY0" fmla="*/ 203200 h 5638800"/>
              <a:gd name="connisteX1" fmla="*/ 203200 w 4038600"/>
              <a:gd name="connsiteY1" fmla="*/ 0 h 5638800"/>
              <a:gd name="connisteX2" fmla="*/ 3835400 w 4038600"/>
              <a:gd name="connsiteY2" fmla="*/ 0 h 5638800"/>
              <a:gd name="connisteX3" fmla="*/ 4038600 w 4038600"/>
              <a:gd name="connsiteY3" fmla="*/ 203200 h 5638800"/>
              <a:gd name="connisteX4" fmla="*/ 4038600 w 4038600"/>
              <a:gd name="connsiteY4" fmla="*/ 5435600 h 5638800"/>
              <a:gd name="connisteX5" fmla="*/ 3835400 w 4038600"/>
              <a:gd name="connsiteY5" fmla="*/ 5638800 h 5638800"/>
              <a:gd name="connisteX6" fmla="*/ 203200 w 4038600"/>
              <a:gd name="connsiteY6" fmla="*/ 5638800 h 5638800"/>
              <a:gd name="connisteX7" fmla="*/ 0 w 4038600"/>
              <a:gd name="connsiteY7" fmla="*/ 5435600 h 5638800"/>
              <a:gd name="connisteX8" fmla="*/ 0 w 40386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5" hasCustomPrompt="1"/>
            <p:custDataLst>
              <p:tags r:id="rId7"/>
            </p:custDataLst>
          </p:nvPr>
        </p:nvSpPr>
        <p:spPr>
          <a:xfrm>
            <a:off x="5257800" y="19304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5410200" y="1930400"/>
            <a:ext cx="27813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410200" y="2438400"/>
            <a:ext cx="27813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6" hasCustomPrompt="1"/>
            <p:custDataLst>
              <p:tags r:id="rId10"/>
            </p:custDataLst>
          </p:nvPr>
        </p:nvSpPr>
        <p:spPr>
          <a:xfrm>
            <a:off x="8648700" y="19304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8801100" y="1930400"/>
            <a:ext cx="27813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8801100" y="2438400"/>
            <a:ext cx="27813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7" hasCustomPrompt="1"/>
            <p:custDataLst>
              <p:tags r:id="rId13"/>
            </p:custDataLst>
          </p:nvPr>
        </p:nvSpPr>
        <p:spPr>
          <a:xfrm>
            <a:off x="5257800" y="41148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5410200" y="4114800"/>
            <a:ext cx="27813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410200" y="4622800"/>
            <a:ext cx="27813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2" name="装饰  1"/>
          <p:cNvSpPr>
            <a:spLocks noGrp="1"/>
          </p:cNvSpPr>
          <p:nvPr>
            <p:ph type="body" idx="16398" hasCustomPrompt="1"/>
            <p:custDataLst>
              <p:tags r:id="rId16"/>
            </p:custDataLst>
          </p:nvPr>
        </p:nvSpPr>
        <p:spPr>
          <a:xfrm>
            <a:off x="8648700" y="41148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2" hasCustomPrompt="1"/>
            <p:custDataLst>
              <p:tags r:id="rId17"/>
            </p:custDataLst>
          </p:nvPr>
        </p:nvSpPr>
        <p:spPr>
          <a:xfrm>
            <a:off x="8801100" y="4114800"/>
            <a:ext cx="27813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8801100" y="4622800"/>
            <a:ext cx="27813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9_2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4" hasCustomPrompt="1"/>
            <p:custDataLst>
              <p:tags r:id="rId6"/>
            </p:custDataLst>
          </p:nvPr>
        </p:nvSpPr>
        <p:spPr>
          <a:xfrm>
            <a:off x="609600" y="4013200"/>
            <a:ext cx="10972800" cy="2235200"/>
          </a:xfrm>
          <a:custGeom>
            <a:avLst/>
            <a:gdLst>
              <a:gd name="connisteX0" fmla="*/ 0 w 10972800"/>
              <a:gd name="connsiteY0" fmla="*/ 203200 h 2235200"/>
              <a:gd name="connisteX1" fmla="*/ 203200 w 10972800"/>
              <a:gd name="connsiteY1" fmla="*/ 0 h 2235200"/>
              <a:gd name="connisteX2" fmla="*/ 10769600 w 10972800"/>
              <a:gd name="connsiteY2" fmla="*/ 0 h 2235200"/>
              <a:gd name="connisteX3" fmla="*/ 10972800 w 10972800"/>
              <a:gd name="connsiteY3" fmla="*/ 203200 h 2235200"/>
              <a:gd name="connisteX4" fmla="*/ 10972800 w 10972800"/>
              <a:gd name="connsiteY4" fmla="*/ 2032000 h 2235200"/>
              <a:gd name="connisteX5" fmla="*/ 10769600 w 10972800"/>
              <a:gd name="connsiteY5" fmla="*/ 2235200 h 2235200"/>
              <a:gd name="connisteX6" fmla="*/ 203200 w 10972800"/>
              <a:gd name="connsiteY6" fmla="*/ 2235200 h 2235200"/>
              <a:gd name="connisteX7" fmla="*/ 0 w 10972800"/>
              <a:gd name="connsiteY7" fmla="*/ 2032000 h 2235200"/>
              <a:gd name="connisteX8" fmla="*/ 0 w 10972800"/>
              <a:gd name="connsiteY8" fmla="*/ 203200 h 223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23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32000"/>
                </a:lnTo>
                <a:cubicBezTo>
                  <a:pt x="10972800" y="2144224"/>
                  <a:pt x="10881824" y="2235200"/>
                  <a:pt x="10769600" y="2235200"/>
                </a:cubicBezTo>
                <a:lnTo>
                  <a:pt x="203200" y="2235200"/>
                </a:lnTo>
                <a:cubicBezTo>
                  <a:pt x="90976" y="2235200"/>
                  <a:pt x="0" y="2144224"/>
                  <a:pt x="0" y="2032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5" hasCustomPrompt="1"/>
            <p:custDataLst>
              <p:tags r:id="rId7"/>
            </p:custDataLst>
          </p:nvPr>
        </p:nvSpPr>
        <p:spPr>
          <a:xfrm>
            <a:off x="609600" y="15240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1524000"/>
            <a:ext cx="2133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2032000"/>
            <a:ext cx="21336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6" hasCustomPrompt="1"/>
            <p:custDataLst>
              <p:tags r:id="rId10"/>
            </p:custDataLst>
          </p:nvPr>
        </p:nvSpPr>
        <p:spPr>
          <a:xfrm>
            <a:off x="3505200" y="15240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3657600" y="1524000"/>
            <a:ext cx="2133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3657600" y="2032000"/>
            <a:ext cx="21336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7" hasCustomPrompt="1"/>
            <p:custDataLst>
              <p:tags r:id="rId13"/>
            </p:custDataLst>
          </p:nvPr>
        </p:nvSpPr>
        <p:spPr>
          <a:xfrm>
            <a:off x="6400800" y="15240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6553200" y="1524000"/>
            <a:ext cx="2133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6553200" y="2032000"/>
            <a:ext cx="21336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2" name="装饰  1"/>
          <p:cNvSpPr>
            <a:spLocks noGrp="1"/>
          </p:cNvSpPr>
          <p:nvPr>
            <p:ph type="body" idx="16398" hasCustomPrompt="1"/>
            <p:custDataLst>
              <p:tags r:id="rId16"/>
            </p:custDataLst>
          </p:nvPr>
        </p:nvSpPr>
        <p:spPr>
          <a:xfrm>
            <a:off x="9296400" y="15240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2" hasCustomPrompt="1"/>
            <p:custDataLst>
              <p:tags r:id="rId17"/>
            </p:custDataLst>
          </p:nvPr>
        </p:nvSpPr>
        <p:spPr>
          <a:xfrm>
            <a:off x="9448800" y="1524000"/>
            <a:ext cx="2133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9448800" y="2032000"/>
            <a:ext cx="21336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4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7391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4" hasCustomPrompt="1"/>
            <p:custDataLst>
              <p:tags r:id="rId6"/>
            </p:custDataLst>
          </p:nvPr>
        </p:nvSpPr>
        <p:spPr>
          <a:xfrm>
            <a:off x="8610600" y="0"/>
            <a:ext cx="3581400" cy="6858000"/>
          </a:xfrm>
          <a:custGeom>
            <a:avLst/>
            <a:gdLst>
              <a:gd name="connisteX0" fmla="*/ 0 w 3581400"/>
              <a:gd name="connsiteY0" fmla="*/ 0 h 6858000"/>
              <a:gd name="connisteX1" fmla="*/ 3581400 w 3581400"/>
              <a:gd name="connsiteY1" fmla="*/ 0 h 6858000"/>
              <a:gd name="connisteX2" fmla="*/ 3581400 w 3581400"/>
              <a:gd name="connsiteY2" fmla="*/ 6858000 h 6858000"/>
              <a:gd name="connisteX3" fmla="*/ 0 w 3581400"/>
              <a:gd name="connsiteY3" fmla="*/ 6858000 h 6858000"/>
              <a:gd name="connisteX4" fmla="*/ 0 w 3581400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5" hasCustomPrompt="1"/>
            <p:custDataLst>
              <p:tags r:id="rId7"/>
            </p:custDataLst>
          </p:nvPr>
        </p:nvSpPr>
        <p:spPr>
          <a:xfrm>
            <a:off x="609600" y="19304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1930400"/>
            <a:ext cx="33147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2438400"/>
            <a:ext cx="33147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6" hasCustomPrompt="1"/>
            <p:custDataLst>
              <p:tags r:id="rId10"/>
            </p:custDataLst>
          </p:nvPr>
        </p:nvSpPr>
        <p:spPr>
          <a:xfrm>
            <a:off x="4533900" y="19304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4686300" y="1930400"/>
            <a:ext cx="33147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4686300" y="2438400"/>
            <a:ext cx="33147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7" hasCustomPrompt="1"/>
            <p:custDataLst>
              <p:tags r:id="rId13"/>
            </p:custDataLst>
          </p:nvPr>
        </p:nvSpPr>
        <p:spPr>
          <a:xfrm>
            <a:off x="609600" y="41148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762000" y="4114800"/>
            <a:ext cx="33147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762000" y="4622800"/>
            <a:ext cx="33147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2" name="装饰  1"/>
          <p:cNvSpPr>
            <a:spLocks noGrp="1"/>
          </p:cNvSpPr>
          <p:nvPr>
            <p:ph type="body" idx="16398" hasCustomPrompt="1"/>
            <p:custDataLst>
              <p:tags r:id="rId16"/>
            </p:custDataLst>
          </p:nvPr>
        </p:nvSpPr>
        <p:spPr>
          <a:xfrm>
            <a:off x="4533900" y="41148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2" hasCustomPrompt="1"/>
            <p:custDataLst>
              <p:tags r:id="rId17"/>
            </p:custDataLst>
          </p:nvPr>
        </p:nvSpPr>
        <p:spPr>
          <a:xfrm>
            <a:off x="4686300" y="4114800"/>
            <a:ext cx="33147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4686300" y="4622800"/>
            <a:ext cx="33147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1_2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31750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4" hasCustomPrompt="1"/>
            <p:custDataLst>
              <p:tags r:id="rId6"/>
            </p:custDataLst>
          </p:nvPr>
        </p:nvSpPr>
        <p:spPr>
          <a:xfrm>
            <a:off x="609600" y="609600"/>
            <a:ext cx="10972800" cy="2032000"/>
          </a:xfrm>
          <a:custGeom>
            <a:avLst/>
            <a:gdLst>
              <a:gd name="connisteX0" fmla="*/ 0 w 10972800"/>
              <a:gd name="connsiteY0" fmla="*/ 203200 h 2032000"/>
              <a:gd name="connisteX1" fmla="*/ 203200 w 10972800"/>
              <a:gd name="connsiteY1" fmla="*/ 0 h 2032000"/>
              <a:gd name="connisteX2" fmla="*/ 10769600 w 10972800"/>
              <a:gd name="connsiteY2" fmla="*/ 0 h 2032000"/>
              <a:gd name="connisteX3" fmla="*/ 10972800 w 10972800"/>
              <a:gd name="connsiteY3" fmla="*/ 203200 h 2032000"/>
              <a:gd name="connisteX4" fmla="*/ 10972800 w 10972800"/>
              <a:gd name="connsiteY4" fmla="*/ 1828800 h 2032000"/>
              <a:gd name="connisteX5" fmla="*/ 10769600 w 10972800"/>
              <a:gd name="connsiteY5" fmla="*/ 2032000 h 2032000"/>
              <a:gd name="connisteX6" fmla="*/ 203200 w 10972800"/>
              <a:gd name="connsiteY6" fmla="*/ 2032000 h 2032000"/>
              <a:gd name="connisteX7" fmla="*/ 0 w 10972800"/>
              <a:gd name="connsiteY7" fmla="*/ 1828800 h 2032000"/>
              <a:gd name="connisteX8" fmla="*/ 0 w 109728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828800"/>
                </a:lnTo>
                <a:cubicBezTo>
                  <a:pt x="10972800" y="1941024"/>
                  <a:pt x="10881824" y="2032000"/>
                  <a:pt x="107696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41656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4724400"/>
            <a:ext cx="2286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3505200" y="41656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3505200" y="4724400"/>
            <a:ext cx="2286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6400800" y="41656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6400800" y="4724400"/>
            <a:ext cx="2286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9296400" y="41656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9296400" y="4724400"/>
            <a:ext cx="2286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7_2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09600" y="1574800"/>
            <a:ext cx="335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609600" y="2133600"/>
            <a:ext cx="3352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4419600" y="1574800"/>
            <a:ext cx="335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4419600" y="2133600"/>
            <a:ext cx="3352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8229600" y="1574800"/>
            <a:ext cx="335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229600" y="2133600"/>
            <a:ext cx="3352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2" hasCustomPrompt="1"/>
            <p:custDataLst>
              <p:tags r:id="rId12"/>
            </p:custDataLst>
          </p:nvPr>
        </p:nvSpPr>
        <p:spPr>
          <a:xfrm>
            <a:off x="609600" y="4114800"/>
            <a:ext cx="335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3" hasCustomPrompt="1"/>
            <p:custDataLst>
              <p:tags r:id="rId13"/>
            </p:custDataLst>
          </p:nvPr>
        </p:nvSpPr>
        <p:spPr>
          <a:xfrm>
            <a:off x="609600" y="4673600"/>
            <a:ext cx="3352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4" hasCustomPrompt="1"/>
            <p:custDataLst>
              <p:tags r:id="rId14"/>
            </p:custDataLst>
          </p:nvPr>
        </p:nvSpPr>
        <p:spPr>
          <a:xfrm>
            <a:off x="4419600" y="4114800"/>
            <a:ext cx="335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5" hasCustomPrompt="1"/>
            <p:custDataLst>
              <p:tags r:id="rId15"/>
            </p:custDataLst>
          </p:nvPr>
        </p:nvSpPr>
        <p:spPr>
          <a:xfrm>
            <a:off x="4419600" y="4673600"/>
            <a:ext cx="3352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副标题 10"/>
          <p:cNvSpPr>
            <a:spLocks noGrp="1"/>
          </p:cNvSpPr>
          <p:nvPr>
            <p:ph type="subTitle" idx="16386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ctrTitle" idx="16385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16393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4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5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 17"/>
          <p:cNvSpPr/>
          <p:nvPr userDrawn="1">
            <p:custDataLst>
              <p:tags r:id="rId2"/>
            </p:custDataLst>
          </p:nvPr>
        </p:nvSpPr>
        <p:spPr>
          <a:xfrm>
            <a:off x="7534910" y="2957195"/>
            <a:ext cx="4657090" cy="3030855"/>
          </a:xfrm>
          <a:custGeom>
            <a:avLst/>
            <a:gdLst>
              <a:gd name="connsiteX0" fmla="*/ 0 w 7334"/>
              <a:gd name="connsiteY0" fmla="*/ 4754 h 4773"/>
              <a:gd name="connsiteX1" fmla="*/ 1297 w 7334"/>
              <a:gd name="connsiteY1" fmla="*/ 4754 h 4773"/>
              <a:gd name="connsiteX2" fmla="*/ 1297 w 7334"/>
              <a:gd name="connsiteY2" fmla="*/ 3267 h 4773"/>
              <a:gd name="connsiteX3" fmla="*/ 2032 w 7334"/>
              <a:gd name="connsiteY3" fmla="*/ 2990 h 4773"/>
              <a:gd name="connsiteX4" fmla="*/ 2028 w 7334"/>
              <a:gd name="connsiteY4" fmla="*/ 4767 h 4773"/>
              <a:gd name="connsiteX5" fmla="*/ 1736 w 7334"/>
              <a:gd name="connsiteY5" fmla="*/ 4769 h 4773"/>
              <a:gd name="connsiteX6" fmla="*/ 1736 w 7334"/>
              <a:gd name="connsiteY6" fmla="*/ 1950 h 4773"/>
              <a:gd name="connsiteX7" fmla="*/ 3109 w 7334"/>
              <a:gd name="connsiteY7" fmla="*/ 2275 h 4773"/>
              <a:gd name="connsiteX8" fmla="*/ 3109 w 7334"/>
              <a:gd name="connsiteY8" fmla="*/ 4773 h 4773"/>
              <a:gd name="connsiteX9" fmla="*/ 2594 w 7334"/>
              <a:gd name="connsiteY9" fmla="*/ 4773 h 4773"/>
              <a:gd name="connsiteX10" fmla="*/ 2604 w 7334"/>
              <a:gd name="connsiteY10" fmla="*/ 0 h 4773"/>
              <a:gd name="connsiteX11" fmla="*/ 3656 w 7334"/>
              <a:gd name="connsiteY11" fmla="*/ 7 h 4773"/>
              <a:gd name="connsiteX12" fmla="*/ 3653 w 7334"/>
              <a:gd name="connsiteY12" fmla="*/ 3834 h 4773"/>
              <a:gd name="connsiteX13" fmla="*/ 3404 w 7334"/>
              <a:gd name="connsiteY13" fmla="*/ 3837 h 4773"/>
              <a:gd name="connsiteX14" fmla="*/ 3404 w 7334"/>
              <a:gd name="connsiteY14" fmla="*/ 2979 h 4773"/>
              <a:gd name="connsiteX15" fmla="*/ 4594 w 7334"/>
              <a:gd name="connsiteY15" fmla="*/ 2978 h 4773"/>
              <a:gd name="connsiteX16" fmla="*/ 4593 w 7334"/>
              <a:gd name="connsiteY16" fmla="*/ 4339 h 4773"/>
              <a:gd name="connsiteX17" fmla="*/ 5122 w 7334"/>
              <a:gd name="connsiteY17" fmla="*/ 4338 h 4773"/>
              <a:gd name="connsiteX18" fmla="*/ 5120 w 7334"/>
              <a:gd name="connsiteY18" fmla="*/ 4771 h 4773"/>
              <a:gd name="connsiteX19" fmla="*/ 7334 w 7334"/>
              <a:gd name="connsiteY19" fmla="*/ 4769 h 4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334" h="4773">
                <a:moveTo>
                  <a:pt x="0" y="4754"/>
                </a:moveTo>
                <a:lnTo>
                  <a:pt x="1297" y="4754"/>
                </a:lnTo>
                <a:lnTo>
                  <a:pt x="1297" y="3267"/>
                </a:lnTo>
                <a:lnTo>
                  <a:pt x="2032" y="2990"/>
                </a:lnTo>
                <a:lnTo>
                  <a:pt x="2028" y="4767"/>
                </a:lnTo>
                <a:lnTo>
                  <a:pt x="1736" y="4769"/>
                </a:lnTo>
                <a:lnTo>
                  <a:pt x="1736" y="1950"/>
                </a:lnTo>
                <a:lnTo>
                  <a:pt x="3109" y="2275"/>
                </a:lnTo>
                <a:lnTo>
                  <a:pt x="3109" y="4773"/>
                </a:lnTo>
                <a:lnTo>
                  <a:pt x="2594" y="4773"/>
                </a:lnTo>
                <a:lnTo>
                  <a:pt x="2604" y="0"/>
                </a:lnTo>
                <a:lnTo>
                  <a:pt x="3656" y="7"/>
                </a:lnTo>
                <a:lnTo>
                  <a:pt x="3653" y="3834"/>
                </a:lnTo>
                <a:lnTo>
                  <a:pt x="3404" y="3837"/>
                </a:lnTo>
                <a:lnTo>
                  <a:pt x="3404" y="2979"/>
                </a:lnTo>
                <a:lnTo>
                  <a:pt x="4594" y="2978"/>
                </a:lnTo>
                <a:lnTo>
                  <a:pt x="4593" y="4339"/>
                </a:lnTo>
                <a:lnTo>
                  <a:pt x="5122" y="4338"/>
                </a:lnTo>
                <a:lnTo>
                  <a:pt x="5120" y="4771"/>
                </a:lnTo>
                <a:lnTo>
                  <a:pt x="7334" y="4769"/>
                </a:lnTo>
              </a:path>
            </a:pathLst>
          </a:cu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10" name="直接连接符 9"/>
          <p:cNvCxnSpPr/>
          <p:nvPr userDrawn="1">
            <p:custDataLst>
              <p:tags r:id="rId3"/>
            </p:custDataLst>
          </p:nvPr>
        </p:nvCxnSpPr>
        <p:spPr>
          <a:xfrm>
            <a:off x="9528175" y="2393950"/>
            <a:ext cx="0" cy="563245"/>
          </a:xfrm>
          <a:prstGeom prst="line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cxnSp>
      <p:sp>
        <p:nvSpPr>
          <p:cNvPr id="3" name="椭圆 2"/>
          <p:cNvSpPr>
            <a:spLocks noChangeAspect="1"/>
          </p:cNvSpPr>
          <p:nvPr userDrawn="1">
            <p:custDataLst>
              <p:tags r:id="rId4"/>
            </p:custDataLst>
          </p:nvPr>
        </p:nvSpPr>
        <p:spPr>
          <a:xfrm>
            <a:off x="7488000" y="5914800"/>
            <a:ext cx="108000" cy="10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0800" y="511200"/>
            <a:ext cx="2174400" cy="1404000"/>
          </a:xfrm>
        </p:spPr>
        <p:txBody>
          <a:bodyPr wrap="square" lIns="90000" tIns="46800" rIns="90000" bIns="46800" anchor="ctr">
            <a:normAutofit/>
          </a:bodyPr>
          <a:lstStyle>
            <a:lvl1pPr algn="r">
              <a:defRPr sz="5400"/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请在此输入您的副标题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_1_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2"/>
          <p:cNvSpPr/>
          <p:nvPr userDrawn="1">
            <p:custDataLst>
              <p:tags r:id="rId2"/>
            </p:custDataLst>
          </p:nvPr>
        </p:nvSpPr>
        <p:spPr>
          <a:xfrm>
            <a:off x="0" y="2429510"/>
            <a:ext cx="12192000" cy="3218815"/>
          </a:xfrm>
          <a:custGeom>
            <a:avLst/>
            <a:gdLst>
              <a:gd name="connsiteX0" fmla="*/ 0 w 19205"/>
              <a:gd name="connsiteY0" fmla="*/ 5042 h 5069"/>
              <a:gd name="connsiteX1" fmla="*/ 2204 w 19205"/>
              <a:gd name="connsiteY1" fmla="*/ 5044 h 5069"/>
              <a:gd name="connsiteX2" fmla="*/ 2204 w 19205"/>
              <a:gd name="connsiteY2" fmla="*/ 4474 h 5069"/>
              <a:gd name="connsiteX3" fmla="*/ 3010 w 19205"/>
              <a:gd name="connsiteY3" fmla="*/ 4470 h 5069"/>
              <a:gd name="connsiteX4" fmla="*/ 3014 w 19205"/>
              <a:gd name="connsiteY4" fmla="*/ 3374 h 5069"/>
              <a:gd name="connsiteX5" fmla="*/ 4234 w 19205"/>
              <a:gd name="connsiteY5" fmla="*/ 3374 h 5069"/>
              <a:gd name="connsiteX6" fmla="*/ 4234 w 19205"/>
              <a:gd name="connsiteY6" fmla="*/ 4294 h 5069"/>
              <a:gd name="connsiteX7" fmla="*/ 3914 w 19205"/>
              <a:gd name="connsiteY7" fmla="*/ 4294 h 5069"/>
              <a:gd name="connsiteX8" fmla="*/ 3914 w 19205"/>
              <a:gd name="connsiteY8" fmla="*/ 2524 h 5069"/>
              <a:gd name="connsiteX9" fmla="*/ 4274 w 19205"/>
              <a:gd name="connsiteY9" fmla="*/ 2524 h 5069"/>
              <a:gd name="connsiteX10" fmla="*/ 4278 w 19205"/>
              <a:gd name="connsiteY10" fmla="*/ 0 h 5069"/>
              <a:gd name="connsiteX11" fmla="*/ 5058 w 19205"/>
              <a:gd name="connsiteY11" fmla="*/ 480 h 5069"/>
              <a:gd name="connsiteX12" fmla="*/ 5044 w 19205"/>
              <a:gd name="connsiteY12" fmla="*/ 4864 h 5069"/>
              <a:gd name="connsiteX13" fmla="*/ 4701 w 19205"/>
              <a:gd name="connsiteY13" fmla="*/ 4863 h 5069"/>
              <a:gd name="connsiteX14" fmla="*/ 4701 w 19205"/>
              <a:gd name="connsiteY14" fmla="*/ 1968 h 5069"/>
              <a:gd name="connsiteX15" fmla="*/ 5663 w 19205"/>
              <a:gd name="connsiteY15" fmla="*/ 1965 h 5069"/>
              <a:gd name="connsiteX16" fmla="*/ 5662 w 19205"/>
              <a:gd name="connsiteY16" fmla="*/ 4024 h 5069"/>
              <a:gd name="connsiteX17" fmla="*/ 6454 w 19205"/>
              <a:gd name="connsiteY17" fmla="*/ 4024 h 5069"/>
              <a:gd name="connsiteX18" fmla="*/ 6457 w 19205"/>
              <a:gd name="connsiteY18" fmla="*/ 5069 h 5069"/>
              <a:gd name="connsiteX19" fmla="*/ 19205 w 19205"/>
              <a:gd name="connsiteY19" fmla="*/ 5069 h 5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9205" h="5069">
                <a:moveTo>
                  <a:pt x="0" y="5042"/>
                </a:moveTo>
                <a:lnTo>
                  <a:pt x="2204" y="5044"/>
                </a:lnTo>
                <a:lnTo>
                  <a:pt x="2204" y="4474"/>
                </a:lnTo>
                <a:lnTo>
                  <a:pt x="3010" y="4470"/>
                </a:lnTo>
                <a:lnTo>
                  <a:pt x="3014" y="3374"/>
                </a:lnTo>
                <a:lnTo>
                  <a:pt x="4234" y="3374"/>
                </a:lnTo>
                <a:lnTo>
                  <a:pt x="4234" y="4294"/>
                </a:lnTo>
                <a:lnTo>
                  <a:pt x="3914" y="4294"/>
                </a:lnTo>
                <a:lnTo>
                  <a:pt x="3914" y="2524"/>
                </a:lnTo>
                <a:lnTo>
                  <a:pt x="4274" y="2524"/>
                </a:lnTo>
                <a:lnTo>
                  <a:pt x="4278" y="0"/>
                </a:lnTo>
                <a:lnTo>
                  <a:pt x="5058" y="480"/>
                </a:lnTo>
                <a:lnTo>
                  <a:pt x="5044" y="4864"/>
                </a:lnTo>
                <a:lnTo>
                  <a:pt x="4701" y="4863"/>
                </a:lnTo>
                <a:lnTo>
                  <a:pt x="4701" y="1968"/>
                </a:lnTo>
                <a:lnTo>
                  <a:pt x="5663" y="1965"/>
                </a:lnTo>
                <a:lnTo>
                  <a:pt x="5662" y="4024"/>
                </a:lnTo>
                <a:lnTo>
                  <a:pt x="6454" y="4024"/>
                </a:lnTo>
                <a:lnTo>
                  <a:pt x="6457" y="5069"/>
                </a:lnTo>
                <a:lnTo>
                  <a:pt x="19205" y="5069"/>
                </a:lnTo>
              </a:path>
            </a:pathLst>
          </a:cu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6385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6386"/>
            <p:custDataLst>
              <p:tags r:id="rId4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6387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6389" hasCustomPrompt="1"/>
            <p:custDataLst>
              <p:tags r:id="rId6"/>
            </p:custDataLst>
          </p:nvPr>
        </p:nvSpPr>
        <p:spPr>
          <a:xfrm>
            <a:off x="5078942" y="1651000"/>
            <a:ext cx="60970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20XX YEAR</a:t>
            </a:r>
            <a:endParaRPr lang="zh-CN" altLang="en-US" smtClean="0"/>
          </a:p>
        </p:txBody>
      </p:sp>
      <p:sp>
        <p:nvSpPr>
          <p:cNvPr id="6" name="标题 1"/>
          <p:cNvSpPr>
            <a:spLocks noGrp="1"/>
          </p:cNvSpPr>
          <p:nvPr>
            <p:ph type="ctrTitle" idx="16388" hasCustomPrompt="1"/>
            <p:custDataLst>
              <p:tags r:id="rId7"/>
            </p:custDataLst>
          </p:nvPr>
        </p:nvSpPr>
        <p:spPr>
          <a:xfrm>
            <a:off x="4823354" y="2159000"/>
            <a:ext cx="6352646" cy="2540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000" spc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/>
              <a:t>单击此处添加文档标题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6390" hasCustomPrompt="1"/>
            <p:custDataLst>
              <p:tags r:id="rId8"/>
            </p:custDataLst>
          </p:nvPr>
        </p:nvSpPr>
        <p:spPr>
          <a:xfrm>
            <a:off x="8635118" y="4749800"/>
            <a:ext cx="2540882" cy="533400"/>
          </a:xfrm>
        </p:spPr>
        <p:txBody>
          <a:bodyPr vert="horz" wrap="square" lIns="0" tIns="0" rIns="0" bIns="0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BY WPS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_1_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 7"/>
          <p:cNvSpPr/>
          <p:nvPr>
            <p:custDataLst>
              <p:tags r:id="rId2"/>
            </p:custDataLst>
          </p:nvPr>
        </p:nvSpPr>
        <p:spPr>
          <a:xfrm>
            <a:off x="5881370" y="4941570"/>
            <a:ext cx="6301740" cy="1591310"/>
          </a:xfrm>
          <a:custGeom>
            <a:avLst/>
            <a:gdLst>
              <a:gd name="connsiteX0" fmla="*/ 2 w 9924"/>
              <a:gd name="connsiteY0" fmla="*/ 2235 h 2506"/>
              <a:gd name="connsiteX1" fmla="*/ 0 w 9924"/>
              <a:gd name="connsiteY1" fmla="*/ 230 h 2506"/>
              <a:gd name="connsiteX2" fmla="*/ 220 w 9924"/>
              <a:gd name="connsiteY2" fmla="*/ 0 h 2506"/>
              <a:gd name="connsiteX3" fmla="*/ 500 w 9924"/>
              <a:gd name="connsiteY3" fmla="*/ 0 h 2506"/>
              <a:gd name="connsiteX4" fmla="*/ 710 w 9924"/>
              <a:gd name="connsiteY4" fmla="*/ 220 h 2506"/>
              <a:gd name="connsiteX5" fmla="*/ 710 w 9924"/>
              <a:gd name="connsiteY5" fmla="*/ 2050 h 2506"/>
              <a:gd name="connsiteX6" fmla="*/ 500 w 9924"/>
              <a:gd name="connsiteY6" fmla="*/ 2050 h 2506"/>
              <a:gd name="connsiteX7" fmla="*/ 500 w 9924"/>
              <a:gd name="connsiteY7" fmla="*/ 980 h 2506"/>
              <a:gd name="connsiteX8" fmla="*/ 1153 w 9924"/>
              <a:gd name="connsiteY8" fmla="*/ 982 h 2506"/>
              <a:gd name="connsiteX9" fmla="*/ 1153 w 9924"/>
              <a:gd name="connsiteY9" fmla="*/ 1942 h 2506"/>
              <a:gd name="connsiteX10" fmla="*/ 1936 w 9924"/>
              <a:gd name="connsiteY10" fmla="*/ 1946 h 2506"/>
              <a:gd name="connsiteX11" fmla="*/ 1936 w 9924"/>
              <a:gd name="connsiteY11" fmla="*/ 2268 h 2506"/>
              <a:gd name="connsiteX12" fmla="*/ 2281 w 9924"/>
              <a:gd name="connsiteY12" fmla="*/ 2268 h 2506"/>
              <a:gd name="connsiteX13" fmla="*/ 2283 w 9924"/>
              <a:gd name="connsiteY13" fmla="*/ 2506 h 2506"/>
              <a:gd name="connsiteX14" fmla="*/ 9924 w 9924"/>
              <a:gd name="connsiteY14" fmla="*/ 2501 h 2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924" h="2506">
                <a:moveTo>
                  <a:pt x="2" y="2235"/>
                </a:moveTo>
                <a:lnTo>
                  <a:pt x="0" y="230"/>
                </a:lnTo>
                <a:lnTo>
                  <a:pt x="220" y="0"/>
                </a:lnTo>
                <a:lnTo>
                  <a:pt x="500" y="0"/>
                </a:lnTo>
                <a:lnTo>
                  <a:pt x="710" y="220"/>
                </a:lnTo>
                <a:lnTo>
                  <a:pt x="710" y="2050"/>
                </a:lnTo>
                <a:lnTo>
                  <a:pt x="500" y="2050"/>
                </a:lnTo>
                <a:lnTo>
                  <a:pt x="500" y="980"/>
                </a:lnTo>
                <a:lnTo>
                  <a:pt x="1153" y="982"/>
                </a:lnTo>
                <a:lnTo>
                  <a:pt x="1153" y="1942"/>
                </a:lnTo>
                <a:lnTo>
                  <a:pt x="1936" y="1946"/>
                </a:lnTo>
                <a:lnTo>
                  <a:pt x="1936" y="2268"/>
                </a:lnTo>
                <a:lnTo>
                  <a:pt x="2281" y="2268"/>
                </a:lnTo>
                <a:lnTo>
                  <a:pt x="2283" y="2506"/>
                </a:lnTo>
                <a:lnTo>
                  <a:pt x="9924" y="2501"/>
                </a:lnTo>
              </a:path>
            </a:pathLst>
          </a:custGeom>
          <a:noFill/>
          <a:ln w="25400">
            <a:solidFill>
              <a:schemeClr val="accent1">
                <a:alpha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4" name="任意多边形 8"/>
          <p:cNvSpPr/>
          <p:nvPr>
            <p:custDataLst>
              <p:tags r:id="rId3"/>
            </p:custDataLst>
          </p:nvPr>
        </p:nvSpPr>
        <p:spPr>
          <a:xfrm>
            <a:off x="0" y="5236845"/>
            <a:ext cx="5894705" cy="1302385"/>
          </a:xfrm>
          <a:custGeom>
            <a:avLst/>
            <a:gdLst>
              <a:gd name="connsiteX0" fmla="*/ 9283 w 9283"/>
              <a:gd name="connsiteY0" fmla="*/ 1758 h 2051"/>
              <a:gd name="connsiteX1" fmla="*/ 9062 w 9283"/>
              <a:gd name="connsiteY1" fmla="*/ 1755 h 2051"/>
              <a:gd name="connsiteX2" fmla="*/ 9062 w 9283"/>
              <a:gd name="connsiteY2" fmla="*/ 0 h 2051"/>
              <a:gd name="connsiteX3" fmla="*/ 8410 w 9283"/>
              <a:gd name="connsiteY3" fmla="*/ 547 h 2051"/>
              <a:gd name="connsiteX4" fmla="*/ 8410 w 9283"/>
              <a:gd name="connsiteY4" fmla="*/ 2028 h 2051"/>
              <a:gd name="connsiteX5" fmla="*/ 8710 w 9283"/>
              <a:gd name="connsiteY5" fmla="*/ 2028 h 2051"/>
              <a:gd name="connsiteX6" fmla="*/ 8710 w 9283"/>
              <a:gd name="connsiteY6" fmla="*/ 1158 h 2051"/>
              <a:gd name="connsiteX7" fmla="*/ 7675 w 9283"/>
              <a:gd name="connsiteY7" fmla="*/ 906 h 2051"/>
              <a:gd name="connsiteX8" fmla="*/ 7674 w 9283"/>
              <a:gd name="connsiteY8" fmla="*/ 1785 h 2051"/>
              <a:gd name="connsiteX9" fmla="*/ 7084 w 9283"/>
              <a:gd name="connsiteY9" fmla="*/ 1785 h 2051"/>
              <a:gd name="connsiteX10" fmla="*/ 7086 w 9283"/>
              <a:gd name="connsiteY10" fmla="*/ 2051 h 2051"/>
              <a:gd name="connsiteX11" fmla="*/ 0 w 9283"/>
              <a:gd name="connsiteY11" fmla="*/ 2047 h 2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83" h="2051">
                <a:moveTo>
                  <a:pt x="9283" y="1758"/>
                </a:moveTo>
                <a:lnTo>
                  <a:pt x="9062" y="1755"/>
                </a:lnTo>
                <a:lnTo>
                  <a:pt x="9062" y="0"/>
                </a:lnTo>
                <a:lnTo>
                  <a:pt x="8410" y="547"/>
                </a:lnTo>
                <a:lnTo>
                  <a:pt x="8410" y="2028"/>
                </a:lnTo>
                <a:lnTo>
                  <a:pt x="8710" y="2028"/>
                </a:lnTo>
                <a:lnTo>
                  <a:pt x="8710" y="1158"/>
                </a:lnTo>
                <a:lnTo>
                  <a:pt x="7675" y="906"/>
                </a:lnTo>
                <a:lnTo>
                  <a:pt x="7674" y="1785"/>
                </a:lnTo>
                <a:lnTo>
                  <a:pt x="7084" y="1785"/>
                </a:lnTo>
                <a:lnTo>
                  <a:pt x="7086" y="2051"/>
                </a:lnTo>
                <a:lnTo>
                  <a:pt x="0" y="2047"/>
                </a:lnTo>
              </a:path>
            </a:pathLst>
          </a:custGeom>
          <a:noFill/>
          <a:ln w="25400">
            <a:solidFill>
              <a:schemeClr val="accent1">
                <a:alpha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15" name="直接连接符 14"/>
          <p:cNvCxnSpPr/>
          <p:nvPr>
            <p:custDataLst>
              <p:tags r:id="rId4"/>
            </p:custDataLst>
          </p:nvPr>
        </p:nvCxnSpPr>
        <p:spPr>
          <a:xfrm>
            <a:off x="6106795" y="4594225"/>
            <a:ext cx="0" cy="347345"/>
          </a:xfrm>
          <a:prstGeom prst="line">
            <a:avLst/>
          </a:prstGeom>
          <a:noFill/>
          <a:ln w="25400">
            <a:solidFill>
              <a:schemeClr val="accent1">
                <a:alpha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cxnSp>
      <p:sp>
        <p:nvSpPr>
          <p:cNvPr id="7" name="日期占位符 4"/>
          <p:cNvSpPr>
            <a:spLocks noGrp="1"/>
          </p:cNvSpPr>
          <p:nvPr userDrawn="1">
            <p:ph type="dt" sz="half" idx="16385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5"/>
          <p:cNvSpPr>
            <a:spLocks noGrp="1"/>
          </p:cNvSpPr>
          <p:nvPr userDrawn="1">
            <p:ph type="ftr" sz="quarter" idx="16386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6"/>
          <p:cNvSpPr>
            <a:spLocks noGrp="1"/>
          </p:cNvSpPr>
          <p:nvPr userDrawn="1">
            <p:ph type="sldNum" sz="quarter" idx="16387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 userDrawn="1">
            <p:ph type="title" idx="16388" hasCustomPrompt="1"/>
            <p:custDataLst>
              <p:tags r:id="rId8"/>
            </p:custDataLst>
          </p:nvPr>
        </p:nvSpPr>
        <p:spPr>
          <a:xfrm>
            <a:off x="1903942" y="3070225"/>
            <a:ext cx="8384117" cy="1524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/>
              <a:t>单击此处添加章节标题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 userDrawn="1">
            <p:ph type="body" sz="quarter" idx="16389" hasCustomPrompt="1"/>
            <p:custDataLst>
              <p:tags r:id="rId9"/>
            </p:custDataLst>
          </p:nvPr>
        </p:nvSpPr>
        <p:spPr>
          <a:xfrm>
            <a:off x="5332413" y="1444625"/>
            <a:ext cx="1527175" cy="1524000"/>
          </a:xfrm>
        </p:spPr>
        <p:txBody>
          <a:bodyPr vert="horz" wrap="none" lIns="0" tIns="0" rIns="0" bIns="0" anchor="ctr">
            <a:norm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ln w="25400">
                  <a:solidFill>
                    <a:schemeClr val="accent1"/>
                  </a:solidFill>
                </a:ln>
                <a:noFill/>
              </a:defRPr>
            </a:lvl1pPr>
          </a:lstStyle>
          <a:p>
            <a:pPr lvl="0"/>
            <a:r>
              <a:rPr lang="zh-CN" altLang="en-US" dirty="0"/>
              <a:t>01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_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 userDrawn="1">
            <p:custDataLst>
              <p:tags r:id="rId2"/>
            </p:custDataLst>
          </p:nvPr>
        </p:nvSpPr>
        <p:spPr>
          <a:xfrm>
            <a:off x="0" y="2167890"/>
            <a:ext cx="12191365" cy="3030855"/>
          </a:xfrm>
          <a:custGeom>
            <a:avLst/>
            <a:gdLst>
              <a:gd name="connsiteX0" fmla="*/ 0 w 19207"/>
              <a:gd name="connsiteY0" fmla="*/ 4755 h 4773"/>
              <a:gd name="connsiteX1" fmla="*/ 2772 w 19207"/>
              <a:gd name="connsiteY1" fmla="*/ 4754 h 4773"/>
              <a:gd name="connsiteX2" fmla="*/ 2772 w 19207"/>
              <a:gd name="connsiteY2" fmla="*/ 3267 h 4773"/>
              <a:gd name="connsiteX3" fmla="*/ 3507 w 19207"/>
              <a:gd name="connsiteY3" fmla="*/ 2990 h 4773"/>
              <a:gd name="connsiteX4" fmla="*/ 3503 w 19207"/>
              <a:gd name="connsiteY4" fmla="*/ 4767 h 4773"/>
              <a:gd name="connsiteX5" fmla="*/ 3211 w 19207"/>
              <a:gd name="connsiteY5" fmla="*/ 4769 h 4773"/>
              <a:gd name="connsiteX6" fmla="*/ 3211 w 19207"/>
              <a:gd name="connsiteY6" fmla="*/ 1950 h 4773"/>
              <a:gd name="connsiteX7" fmla="*/ 4584 w 19207"/>
              <a:gd name="connsiteY7" fmla="*/ 2275 h 4773"/>
              <a:gd name="connsiteX8" fmla="*/ 4584 w 19207"/>
              <a:gd name="connsiteY8" fmla="*/ 4773 h 4773"/>
              <a:gd name="connsiteX9" fmla="*/ 4069 w 19207"/>
              <a:gd name="connsiteY9" fmla="*/ 4773 h 4773"/>
              <a:gd name="connsiteX10" fmla="*/ 4079 w 19207"/>
              <a:gd name="connsiteY10" fmla="*/ 0 h 4773"/>
              <a:gd name="connsiteX11" fmla="*/ 5131 w 19207"/>
              <a:gd name="connsiteY11" fmla="*/ 7 h 4773"/>
              <a:gd name="connsiteX12" fmla="*/ 5128 w 19207"/>
              <a:gd name="connsiteY12" fmla="*/ 3834 h 4773"/>
              <a:gd name="connsiteX13" fmla="*/ 4879 w 19207"/>
              <a:gd name="connsiteY13" fmla="*/ 3837 h 4773"/>
              <a:gd name="connsiteX14" fmla="*/ 4879 w 19207"/>
              <a:gd name="connsiteY14" fmla="*/ 2979 h 4773"/>
              <a:gd name="connsiteX15" fmla="*/ 6069 w 19207"/>
              <a:gd name="connsiteY15" fmla="*/ 2978 h 4773"/>
              <a:gd name="connsiteX16" fmla="*/ 6068 w 19207"/>
              <a:gd name="connsiteY16" fmla="*/ 4339 h 4773"/>
              <a:gd name="connsiteX17" fmla="*/ 6597 w 19207"/>
              <a:gd name="connsiteY17" fmla="*/ 4338 h 4773"/>
              <a:gd name="connsiteX18" fmla="*/ 6595 w 19207"/>
              <a:gd name="connsiteY18" fmla="*/ 4771 h 4773"/>
              <a:gd name="connsiteX19" fmla="*/ 19207 w 19207"/>
              <a:gd name="connsiteY19" fmla="*/ 4770 h 4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9207" h="4773">
                <a:moveTo>
                  <a:pt x="0" y="4755"/>
                </a:moveTo>
                <a:lnTo>
                  <a:pt x="2772" y="4754"/>
                </a:lnTo>
                <a:lnTo>
                  <a:pt x="2772" y="3267"/>
                </a:lnTo>
                <a:lnTo>
                  <a:pt x="3507" y="2990"/>
                </a:lnTo>
                <a:lnTo>
                  <a:pt x="3503" y="4767"/>
                </a:lnTo>
                <a:lnTo>
                  <a:pt x="3211" y="4769"/>
                </a:lnTo>
                <a:lnTo>
                  <a:pt x="3211" y="1950"/>
                </a:lnTo>
                <a:lnTo>
                  <a:pt x="4584" y="2275"/>
                </a:lnTo>
                <a:lnTo>
                  <a:pt x="4584" y="4773"/>
                </a:lnTo>
                <a:lnTo>
                  <a:pt x="4069" y="4773"/>
                </a:lnTo>
                <a:lnTo>
                  <a:pt x="4079" y="0"/>
                </a:lnTo>
                <a:lnTo>
                  <a:pt x="5131" y="7"/>
                </a:lnTo>
                <a:lnTo>
                  <a:pt x="5128" y="3834"/>
                </a:lnTo>
                <a:lnTo>
                  <a:pt x="4879" y="3837"/>
                </a:lnTo>
                <a:lnTo>
                  <a:pt x="4879" y="2979"/>
                </a:lnTo>
                <a:lnTo>
                  <a:pt x="6069" y="2978"/>
                </a:lnTo>
                <a:lnTo>
                  <a:pt x="6068" y="4339"/>
                </a:lnTo>
                <a:lnTo>
                  <a:pt x="6597" y="4338"/>
                </a:lnTo>
                <a:lnTo>
                  <a:pt x="6595" y="4771"/>
                </a:lnTo>
                <a:lnTo>
                  <a:pt x="19207" y="4770"/>
                </a:lnTo>
              </a:path>
            </a:pathLst>
          </a:cu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8" name="直接连接符 7"/>
          <p:cNvCxnSpPr/>
          <p:nvPr userDrawn="1">
            <p:custDataLst>
              <p:tags r:id="rId3"/>
            </p:custDataLst>
          </p:nvPr>
        </p:nvCxnSpPr>
        <p:spPr>
          <a:xfrm>
            <a:off x="2926715" y="1604645"/>
            <a:ext cx="0" cy="563245"/>
          </a:xfrm>
          <a:prstGeom prst="line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cxnSp>
      <p:sp>
        <p:nvSpPr>
          <p:cNvPr id="10" name="日期占位符 3"/>
          <p:cNvSpPr>
            <a:spLocks noGrp="1"/>
          </p:cNvSpPr>
          <p:nvPr>
            <p:ph type="dt" sz="half" idx="16385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6386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6387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9" name="副标题 2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5726642" y="2667000"/>
            <a:ext cx="5449358" cy="4572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THE END</a:t>
            </a:r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ctrTitle" idx="16388" hasCustomPrompt="1"/>
            <p:custDataLst>
              <p:tags r:id="rId8"/>
            </p:custDataLst>
          </p:nvPr>
        </p:nvSpPr>
        <p:spPr>
          <a:xfrm>
            <a:off x="5724878" y="3175000"/>
            <a:ext cx="5451122" cy="1016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spc="0"/>
            </a:lvl1pPr>
          </a:lstStyle>
          <a:p>
            <a:r>
              <a:rPr lang="zh-CN" altLang="en-US" dirty="0"/>
              <a:t>谢谢观看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Subtitle 10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Title 11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Text Placeholder 21"/>
          <p:cNvSpPr>
            <a:spLocks noGrp="1"/>
          </p:cNvSpPr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Text Placeholder 23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4" Type="http://schemas.openxmlformats.org/officeDocument/2006/relationships/theme" Target="../theme/theme2.xml"/><Relationship Id="rId33" Type="http://schemas.openxmlformats.org/officeDocument/2006/relationships/tags" Target="../tags/tag276.xml"/><Relationship Id="rId32" Type="http://schemas.openxmlformats.org/officeDocument/2006/relationships/tags" Target="../tags/tag275.xml"/><Relationship Id="rId31" Type="http://schemas.openxmlformats.org/officeDocument/2006/relationships/tags" Target="../tags/tag274.xml"/><Relationship Id="rId30" Type="http://schemas.openxmlformats.org/officeDocument/2006/relationships/tags" Target="../tags/tag273.xml"/><Relationship Id="rId3" Type="http://schemas.openxmlformats.org/officeDocument/2006/relationships/slideLayout" Target="../slideLayouts/slideLayout13.xml"/><Relationship Id="rId29" Type="http://schemas.openxmlformats.org/officeDocument/2006/relationships/tags" Target="../tags/tag272.xml"/><Relationship Id="rId28" Type="http://schemas.openxmlformats.org/officeDocument/2006/relationships/tags" Target="../tags/tag271.xml"/><Relationship Id="rId27" Type="http://schemas.openxmlformats.org/officeDocument/2006/relationships/tags" Target="../tags/tag270.xml"/><Relationship Id="rId26" Type="http://schemas.openxmlformats.org/officeDocument/2006/relationships/tags" Target="../tags/tag269.xml"/><Relationship Id="rId25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33.xml"/><Relationship Id="rId22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31.xml"/><Relationship Id="rId20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5"/>
          <p:cNvSpPr>
            <a:spLocks noChangeAspect="1"/>
          </p:cNvSpPr>
          <p:nvPr userDrawn="1">
            <p:custDataLst>
              <p:tags r:id="rId26"/>
            </p:custDataLst>
          </p:nvPr>
        </p:nvSpPr>
        <p:spPr>
          <a:xfrm flipH="1">
            <a:off x="635" y="5456555"/>
            <a:ext cx="12191365" cy="1255395"/>
          </a:xfrm>
          <a:custGeom>
            <a:avLst/>
            <a:gdLst>
              <a:gd name="connsiteX0" fmla="*/ 0 w 17629"/>
              <a:gd name="connsiteY0" fmla="*/ 1621 h 1626"/>
              <a:gd name="connsiteX1" fmla="*/ 1899 w 17629"/>
              <a:gd name="connsiteY1" fmla="*/ 1621 h 1626"/>
              <a:gd name="connsiteX2" fmla="*/ 1899 w 17629"/>
              <a:gd name="connsiteY2" fmla="*/ 1378 h 1626"/>
              <a:gd name="connsiteX3" fmla="*/ 2246 w 17629"/>
              <a:gd name="connsiteY3" fmla="*/ 1378 h 1626"/>
              <a:gd name="connsiteX4" fmla="*/ 2244 w 17629"/>
              <a:gd name="connsiteY4" fmla="*/ 982 h 1626"/>
              <a:gd name="connsiteX5" fmla="*/ 2765 w 17629"/>
              <a:gd name="connsiteY5" fmla="*/ 975 h 1626"/>
              <a:gd name="connsiteX6" fmla="*/ 2765 w 17629"/>
              <a:gd name="connsiteY6" fmla="*/ 1290 h 1626"/>
              <a:gd name="connsiteX7" fmla="*/ 2617 w 17629"/>
              <a:gd name="connsiteY7" fmla="*/ 1291 h 1626"/>
              <a:gd name="connsiteX8" fmla="*/ 2617 w 17629"/>
              <a:gd name="connsiteY8" fmla="*/ 133 h 1626"/>
              <a:gd name="connsiteX9" fmla="*/ 3295 w 17629"/>
              <a:gd name="connsiteY9" fmla="*/ 0 h 1626"/>
              <a:gd name="connsiteX10" fmla="*/ 3294 w 17629"/>
              <a:gd name="connsiteY10" fmla="*/ 1533 h 1626"/>
              <a:gd name="connsiteX11" fmla="*/ 3015 w 17629"/>
              <a:gd name="connsiteY11" fmla="*/ 1535 h 1626"/>
              <a:gd name="connsiteX12" fmla="*/ 3015 w 17629"/>
              <a:gd name="connsiteY12" fmla="*/ 755 h 1626"/>
              <a:gd name="connsiteX13" fmla="*/ 3603 w 17629"/>
              <a:gd name="connsiteY13" fmla="*/ 637 h 1626"/>
              <a:gd name="connsiteX14" fmla="*/ 3602 w 17629"/>
              <a:gd name="connsiteY14" fmla="*/ 1177 h 1626"/>
              <a:gd name="connsiteX15" fmla="*/ 4024 w 17629"/>
              <a:gd name="connsiteY15" fmla="*/ 1176 h 1626"/>
              <a:gd name="connsiteX16" fmla="*/ 4024 w 17629"/>
              <a:gd name="connsiteY16" fmla="*/ 1626 h 1626"/>
              <a:gd name="connsiteX17" fmla="*/ 17629 w 17629"/>
              <a:gd name="connsiteY17" fmla="*/ 1621 h 1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7629" h="1626">
                <a:moveTo>
                  <a:pt x="0" y="1621"/>
                </a:moveTo>
                <a:lnTo>
                  <a:pt x="1899" y="1621"/>
                </a:lnTo>
                <a:lnTo>
                  <a:pt x="1899" y="1378"/>
                </a:lnTo>
                <a:lnTo>
                  <a:pt x="2246" y="1378"/>
                </a:lnTo>
                <a:lnTo>
                  <a:pt x="2244" y="982"/>
                </a:lnTo>
                <a:cubicBezTo>
                  <a:pt x="2417" y="980"/>
                  <a:pt x="2593" y="975"/>
                  <a:pt x="2765" y="975"/>
                </a:cubicBezTo>
                <a:lnTo>
                  <a:pt x="2765" y="1290"/>
                </a:lnTo>
                <a:lnTo>
                  <a:pt x="2617" y="1291"/>
                </a:lnTo>
                <a:lnTo>
                  <a:pt x="2617" y="133"/>
                </a:lnTo>
                <a:lnTo>
                  <a:pt x="3295" y="0"/>
                </a:lnTo>
                <a:cubicBezTo>
                  <a:pt x="3296" y="468"/>
                  <a:pt x="3298" y="1057"/>
                  <a:pt x="3294" y="1533"/>
                </a:cubicBezTo>
                <a:lnTo>
                  <a:pt x="3015" y="1535"/>
                </a:lnTo>
                <a:lnTo>
                  <a:pt x="3015" y="755"/>
                </a:lnTo>
                <a:lnTo>
                  <a:pt x="3603" y="637"/>
                </a:lnTo>
                <a:lnTo>
                  <a:pt x="3602" y="1177"/>
                </a:lnTo>
                <a:lnTo>
                  <a:pt x="4024" y="1176"/>
                </a:lnTo>
                <a:lnTo>
                  <a:pt x="4024" y="1626"/>
                </a:lnTo>
                <a:lnTo>
                  <a:pt x="17629" y="1621"/>
                </a:lnTo>
              </a:path>
            </a:pathLst>
          </a:custGeom>
          <a:noFill/>
          <a:ln w="19050">
            <a:solidFill>
              <a:schemeClr val="accent1">
                <a:alpha val="3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7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9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30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31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3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2.xml"/><Relationship Id="rId1" Type="http://schemas.openxmlformats.org/officeDocument/2006/relationships/tags" Target="../tags/tag27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86.xml"/><Relationship Id="rId8" Type="http://schemas.openxmlformats.org/officeDocument/2006/relationships/tags" Target="../tags/tag285.xml"/><Relationship Id="rId7" Type="http://schemas.openxmlformats.org/officeDocument/2006/relationships/tags" Target="../tags/tag284.xml"/><Relationship Id="rId6" Type="http://schemas.openxmlformats.org/officeDocument/2006/relationships/tags" Target="../tags/tag283.xml"/><Relationship Id="rId5" Type="http://schemas.openxmlformats.org/officeDocument/2006/relationships/tags" Target="../tags/tag282.xml"/><Relationship Id="rId4" Type="http://schemas.openxmlformats.org/officeDocument/2006/relationships/tags" Target="../tags/tag281.xml"/><Relationship Id="rId3" Type="http://schemas.openxmlformats.org/officeDocument/2006/relationships/tags" Target="../tags/tag280.xml"/><Relationship Id="rId2" Type="http://schemas.openxmlformats.org/officeDocument/2006/relationships/tags" Target="../tags/tag279.xml"/><Relationship Id="rId13" Type="http://schemas.openxmlformats.org/officeDocument/2006/relationships/slideLayout" Target="../slideLayouts/slideLayout23.xml"/><Relationship Id="rId12" Type="http://schemas.openxmlformats.org/officeDocument/2006/relationships/tags" Target="../tags/tag289.xml"/><Relationship Id="rId11" Type="http://schemas.openxmlformats.org/officeDocument/2006/relationships/tags" Target="../tags/tag288.xml"/><Relationship Id="rId10" Type="http://schemas.openxmlformats.org/officeDocument/2006/relationships/tags" Target="../tags/tag287.xml"/><Relationship Id="rId1" Type="http://schemas.openxmlformats.org/officeDocument/2006/relationships/tags" Target="../tags/tag27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ags" Target="../tags/tag290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3.xml"/><Relationship Id="rId3" Type="http://schemas.openxmlformats.org/officeDocument/2006/relationships/tags" Target="../tags/tag293.xml"/><Relationship Id="rId2" Type="http://schemas.openxmlformats.org/officeDocument/2006/relationships/tags" Target="../tags/tag292.xml"/><Relationship Id="rId1" Type="http://schemas.openxmlformats.org/officeDocument/2006/relationships/tags" Target="../tags/tag29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02.xml"/><Relationship Id="rId8" Type="http://schemas.openxmlformats.org/officeDocument/2006/relationships/tags" Target="../tags/tag301.xml"/><Relationship Id="rId7" Type="http://schemas.openxmlformats.org/officeDocument/2006/relationships/tags" Target="../tags/tag300.xml"/><Relationship Id="rId6" Type="http://schemas.openxmlformats.org/officeDocument/2006/relationships/tags" Target="../tags/tag299.xml"/><Relationship Id="rId5" Type="http://schemas.openxmlformats.org/officeDocument/2006/relationships/tags" Target="../tags/tag298.xml"/><Relationship Id="rId4" Type="http://schemas.openxmlformats.org/officeDocument/2006/relationships/tags" Target="../tags/tag297.xml"/><Relationship Id="rId3" Type="http://schemas.openxmlformats.org/officeDocument/2006/relationships/tags" Target="../tags/tag296.xml"/><Relationship Id="rId2" Type="http://schemas.openxmlformats.org/officeDocument/2006/relationships/tags" Target="../tags/tag295.xml"/><Relationship Id="rId13" Type="http://schemas.openxmlformats.org/officeDocument/2006/relationships/slideLayout" Target="../slideLayouts/slideLayout22.xml"/><Relationship Id="rId12" Type="http://schemas.openxmlformats.org/officeDocument/2006/relationships/tags" Target="../tags/tag305.xml"/><Relationship Id="rId11" Type="http://schemas.openxmlformats.org/officeDocument/2006/relationships/tags" Target="../tags/tag304.xml"/><Relationship Id="rId10" Type="http://schemas.openxmlformats.org/officeDocument/2006/relationships/tags" Target="../tags/tag303.xml"/><Relationship Id="rId1" Type="http://schemas.openxmlformats.org/officeDocument/2006/relationships/tags" Target="../tags/tag294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3.xml"/><Relationship Id="rId3" Type="http://schemas.openxmlformats.org/officeDocument/2006/relationships/tags" Target="../tags/tag308.xml"/><Relationship Id="rId2" Type="http://schemas.openxmlformats.org/officeDocument/2006/relationships/tags" Target="../tags/tag307.xml"/><Relationship Id="rId1" Type="http://schemas.openxmlformats.org/officeDocument/2006/relationships/tags" Target="../tags/tag306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16.xml"/><Relationship Id="rId8" Type="http://schemas.openxmlformats.org/officeDocument/2006/relationships/tags" Target="../tags/tag315.xml"/><Relationship Id="rId7" Type="http://schemas.openxmlformats.org/officeDocument/2006/relationships/tags" Target="../tags/tag314.xml"/><Relationship Id="rId6" Type="http://schemas.openxmlformats.org/officeDocument/2006/relationships/tags" Target="../tags/tag313.xml"/><Relationship Id="rId5" Type="http://schemas.openxmlformats.org/officeDocument/2006/relationships/tags" Target="../tags/tag312.xml"/><Relationship Id="rId4" Type="http://schemas.openxmlformats.org/officeDocument/2006/relationships/tags" Target="../tags/tag311.xml"/><Relationship Id="rId3" Type="http://schemas.openxmlformats.org/officeDocument/2006/relationships/image" Target="../media/image1.png"/><Relationship Id="rId2" Type="http://schemas.openxmlformats.org/officeDocument/2006/relationships/tags" Target="../tags/tag310.xml"/><Relationship Id="rId13" Type="http://schemas.openxmlformats.org/officeDocument/2006/relationships/slideLayout" Target="../slideLayouts/slideLayout21.xml"/><Relationship Id="rId12" Type="http://schemas.openxmlformats.org/officeDocument/2006/relationships/tags" Target="../tags/tag319.xml"/><Relationship Id="rId11" Type="http://schemas.openxmlformats.org/officeDocument/2006/relationships/tags" Target="../tags/tag318.xml"/><Relationship Id="rId10" Type="http://schemas.openxmlformats.org/officeDocument/2006/relationships/tags" Target="../tags/tag317.xml"/><Relationship Id="rId1" Type="http://schemas.openxmlformats.org/officeDocument/2006/relationships/tags" Target="../tags/tag309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0.xml"/><Relationship Id="rId6" Type="http://schemas.openxmlformats.org/officeDocument/2006/relationships/tags" Target="../tags/tag32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ags" Target="../tags/tag320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9.xml"/><Relationship Id="rId5" Type="http://schemas.openxmlformats.org/officeDocument/2006/relationships/tags" Target="../tags/tag323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tags" Target="../tags/tag322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tags" Target="../tags/tag325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tags" Target="../tags/tag324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openxmlformats.org/officeDocument/2006/relationships/tags" Target="../tags/tag327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tags" Target="../tags/tag326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6.xml"/><Relationship Id="rId5" Type="http://schemas.openxmlformats.org/officeDocument/2006/relationships/tags" Target="../tags/tag329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tags" Target="../tags/tag328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7" Type="http://schemas.openxmlformats.org/officeDocument/2006/relationships/tags" Target="../tags/tag33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tags" Target="../tags/tag330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4.xml"/><Relationship Id="rId6" Type="http://schemas.openxmlformats.org/officeDocument/2006/relationships/tags" Target="../tags/tag33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tags" Target="../tags/tag332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335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tags" Target="../tags/tag334.xml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2.xml"/><Relationship Id="rId6" Type="http://schemas.openxmlformats.org/officeDocument/2006/relationships/tags" Target="../tags/tag33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tags" Target="../tags/tag336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3.xml"/><Relationship Id="rId3" Type="http://schemas.openxmlformats.org/officeDocument/2006/relationships/tags" Target="../tags/tag340.xml"/><Relationship Id="rId2" Type="http://schemas.openxmlformats.org/officeDocument/2006/relationships/tags" Target="../tags/tag339.xml"/><Relationship Id="rId1" Type="http://schemas.openxmlformats.org/officeDocument/2006/relationships/tags" Target="../tags/tag338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347.xml"/><Relationship Id="rId8" Type="http://schemas.openxmlformats.org/officeDocument/2006/relationships/tags" Target="../tags/tag346.xml"/><Relationship Id="rId7" Type="http://schemas.openxmlformats.org/officeDocument/2006/relationships/image" Target="../media/image34.jpeg"/><Relationship Id="rId6" Type="http://schemas.openxmlformats.org/officeDocument/2006/relationships/tags" Target="../tags/tag345.xml"/><Relationship Id="rId5" Type="http://schemas.openxmlformats.org/officeDocument/2006/relationships/tags" Target="../tags/tag344.xml"/><Relationship Id="rId4" Type="http://schemas.openxmlformats.org/officeDocument/2006/relationships/tags" Target="../tags/tag343.xml"/><Relationship Id="rId3" Type="http://schemas.openxmlformats.org/officeDocument/2006/relationships/image" Target="../media/image33.jpeg"/><Relationship Id="rId2" Type="http://schemas.openxmlformats.org/officeDocument/2006/relationships/tags" Target="../tags/tag342.xml"/><Relationship Id="rId15" Type="http://schemas.openxmlformats.org/officeDocument/2006/relationships/slideLayout" Target="../slideLayouts/slideLayout11.xml"/><Relationship Id="rId14" Type="http://schemas.openxmlformats.org/officeDocument/2006/relationships/tags" Target="../tags/tag351.xml"/><Relationship Id="rId13" Type="http://schemas.openxmlformats.org/officeDocument/2006/relationships/tags" Target="../tags/tag350.xml"/><Relationship Id="rId12" Type="http://schemas.openxmlformats.org/officeDocument/2006/relationships/tags" Target="../tags/tag349.xml"/><Relationship Id="rId11" Type="http://schemas.openxmlformats.org/officeDocument/2006/relationships/image" Target="../media/image35.jpeg"/><Relationship Id="rId10" Type="http://schemas.openxmlformats.org/officeDocument/2006/relationships/tags" Target="../tags/tag348.xml"/><Relationship Id="rId1" Type="http://schemas.openxmlformats.org/officeDocument/2006/relationships/tags" Target="../tags/tag341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4.xml"/><Relationship Id="rId3" Type="http://schemas.openxmlformats.org/officeDocument/2006/relationships/tags" Target="../tags/tag354.xml"/><Relationship Id="rId2" Type="http://schemas.openxmlformats.org/officeDocument/2006/relationships/tags" Target="../tags/tag353.xml"/><Relationship Id="rId1" Type="http://schemas.openxmlformats.org/officeDocument/2006/relationships/tags" Target="../tags/tag3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文本框 8"/>
          <p:cNvSpPr txBox="1"/>
          <p:nvPr userDrawn="1"/>
        </p:nvSpPr>
        <p:spPr>
          <a:xfrm>
            <a:off x="8885464" y="4517571"/>
            <a:ext cx="2952736" cy="1071699"/>
          </a:xfrm>
          <a:prstGeom prst="rect">
            <a:avLst/>
          </a:prstGeom>
        </p:spPr>
        <p:txBody>
          <a:bodyPr wrap="square" rtlCol="0" anchor="t">
            <a:noAutofit/>
          </a:bodyPr>
          <a:p>
            <a:r>
              <a:rPr lang="zh-CN" altLang="en-US"/>
              <a:t>计算</a:t>
            </a:r>
            <a:r>
              <a:rPr lang="en-US" altLang="zh-CN"/>
              <a:t>2301</a:t>
            </a:r>
            <a:r>
              <a:rPr lang="zh-CN" altLang="en-US"/>
              <a:t>班      曾毅</a:t>
            </a:r>
            <a:endParaRPr lang="zh-CN" altLang="en-US"/>
          </a:p>
          <a:p>
            <a:r>
              <a:rPr lang="zh-CN" altLang="en-US"/>
              <a:t>学号：</a:t>
            </a:r>
            <a:r>
              <a:rPr lang="en-US" altLang="zh-CN"/>
              <a:t>120221290122</a:t>
            </a:r>
            <a:endParaRPr lang="en-US" altLang="zh-CN"/>
          </a:p>
          <a:p>
            <a:r>
              <a:rPr lang="zh-CN" altLang="en-US"/>
              <a:t>指导教师：张耀元</a:t>
            </a:r>
            <a:endParaRPr lang="zh-CN" altLang="en-US"/>
          </a:p>
        </p:txBody>
      </p:sp>
      <p:sp>
        <p:nvSpPr>
          <p:cNvPr id="10" name="文本框 9"/>
          <p:cNvSpPr txBox="1"/>
          <p:nvPr userDrawn="1"/>
        </p:nvSpPr>
        <p:spPr>
          <a:xfrm>
            <a:off x="3810000" y="2013857"/>
            <a:ext cx="7315200" cy="829945"/>
          </a:xfrm>
          <a:prstGeom prst="rect">
            <a:avLst/>
          </a:prstGeom>
        </p:spPr>
        <p:txBody>
          <a:bodyPr rtlCol="0" anchor="t">
            <a:spAutoFit/>
          </a:bodyPr>
          <a:p>
            <a:r>
              <a:rPr lang="en-US" altLang="zh-CN" sz="4800" b="1"/>
              <a:t>A8 Sys </a:t>
            </a:r>
            <a:r>
              <a:rPr lang="zh-CN" altLang="en-US" sz="4800" b="1">
                <a:cs typeface="Arial" panose="020B0604020202020204" pitchFamily="34" charset="0"/>
              </a:rPr>
              <a:t>语言编译器设计</a:t>
            </a:r>
            <a:endParaRPr lang="zh-CN" altLang="en-US" sz="4800" b="1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1"/>
          <p:cNvSpPr>
            <a:spLocks noGrp="1"/>
          </p:cNvSpPr>
          <p:nvPr>
            <p:ph type="subTitle" idx="16386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r>
              <a:rPr lang="en-US" altLang="en-US"/>
              <a:t>01</a:t>
            </a:r>
            <a:endParaRPr lang="en-US" altLang="en-US"/>
          </a:p>
        </p:txBody>
      </p:sp>
      <p:sp>
        <p:nvSpPr>
          <p:cNvPr id="5" name="装饰  3"/>
          <p:cNvSpPr>
            <a:spLocks noGrp="1"/>
          </p:cNvSpPr>
          <p:nvPr>
            <p:ph type="body" idx="16393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系统设计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/>
        <p:txBody>
          <a:bodyPr/>
          <a:p>
            <a:r>
              <a:rPr lang="en-US" altLang="en-US"/>
              <a:t>02</a:t>
            </a:r>
            <a:endParaRPr lang="en-US" altLang="en-US"/>
          </a:p>
        </p:txBody>
      </p:sp>
      <p:sp>
        <p:nvSpPr>
          <p:cNvPr id="8" name="装饰  6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测试方法和测试结果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9"/>
            </p:custDataLst>
          </p:nvPr>
        </p:nvSpPr>
        <p:spPr/>
        <p:txBody>
          <a:bodyPr/>
          <a:p>
            <a:r>
              <a:rPr lang="en-US" altLang="en-US"/>
              <a:t>03</a:t>
            </a:r>
            <a:endParaRPr lang="en-US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5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结论和展望</a:t>
            </a:r>
            <a:endParaRPr lang="zh-CN" altLang="en-US"/>
          </a:p>
        </p:txBody>
      </p:sp>
    </p:spTree>
    <p:custDataLst>
      <p:tags r:id="rId1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引言</a:t>
            </a:r>
            <a:endParaRPr lang="zh-CN" altLang="en-US"/>
          </a:p>
        </p:txBody>
      </p:sp>
      <p:sp>
        <p:nvSpPr>
          <p:cNvPr id="5" name="文本框 4"/>
          <p:cNvSpPr txBox="1"/>
          <p:nvPr userDrawn="1"/>
        </p:nvSpPr>
        <p:spPr>
          <a:xfrm>
            <a:off x="2068577" y="1753862"/>
            <a:ext cx="7315200" cy="4184650"/>
          </a:xfrm>
          <a:prstGeom prst="rect">
            <a:avLst/>
          </a:prstGeom>
        </p:spPr>
        <p:txBody>
          <a:bodyPr rtlCol="0" anchor="t">
            <a:spAutoFit/>
          </a:bodyPr>
          <a:p>
            <a:r>
              <a:rPr lang="zh-CN" altLang="en-US" sz="2600" b="1"/>
              <a:t>实验目的</a:t>
            </a:r>
            <a:endParaRPr lang="zh-CN" altLang="en-US" sz="2600" b="1"/>
          </a:p>
          <a:p>
            <a:r>
              <a:rPr lang="zh-CN" altLang="en-US"/>
              <a:t>设计一个</a:t>
            </a:r>
            <a:r>
              <a:rPr lang="en-US" altLang="zh-CN"/>
              <a:t>Sys </a:t>
            </a:r>
            <a:r>
              <a:rPr lang="zh-CN" altLang="en-US"/>
              <a:t>语言编译器</a:t>
            </a:r>
            <a:endParaRPr lang="zh-CN" altLang="en-US"/>
          </a:p>
          <a:p>
            <a:r>
              <a:rPr lang="en-US" altLang="zh-CN"/>
              <a:t>Sys</a:t>
            </a:r>
            <a:r>
              <a:rPr lang="zh-CN" altLang="en-US"/>
              <a:t>语言由</a:t>
            </a:r>
            <a:r>
              <a:rPr lang="en-US" altLang="zh-CN"/>
              <a:t>C</a:t>
            </a:r>
            <a:r>
              <a:rPr lang="zh-CN" altLang="en-US"/>
              <a:t>语言子集扩展，含一个</a:t>
            </a:r>
            <a:r>
              <a:rPr lang="en-US" altLang="zh-CN"/>
              <a:t>main</a:t>
            </a:r>
            <a:r>
              <a:rPr lang="zh-CN" altLang="en-US"/>
              <a:t>主程序，可含全局变量、常量声明及其他函数定义。</a:t>
            </a:r>
            <a:endParaRPr lang="zh-CN" altLang="en-US"/>
          </a:p>
          <a:p>
            <a:r>
              <a:rPr lang="zh-CN" altLang="en-US" sz="2400" b="1"/>
              <a:t>实验要求</a:t>
            </a:r>
            <a:endParaRPr lang="zh-CN" altLang="en-US" sz="2400" b="1"/>
          </a:p>
          <a:p>
            <a:r>
              <a:rPr lang="zh-CN" altLang="en-US"/>
              <a:t>- 支持</a:t>
            </a:r>
            <a:r>
              <a:rPr lang="en-US" altLang="zh-CN"/>
              <a:t>int</a:t>
            </a:r>
            <a:r>
              <a:rPr lang="zh-CN" altLang="en-US"/>
              <a:t>、</a:t>
            </a:r>
            <a:r>
              <a:rPr lang="en-US" altLang="zh-CN"/>
              <a:t>float</a:t>
            </a:r>
            <a:r>
              <a:rPr lang="zh-CN" altLang="en-US"/>
              <a:t>类型及多维数组；</a:t>
            </a:r>
            <a:endParaRPr lang="zh-CN" altLang="en-US"/>
          </a:p>
          <a:p>
            <a:r>
              <a:rPr lang="zh-CN" altLang="en-US"/>
              <a:t>- 支持</a:t>
            </a:r>
            <a:r>
              <a:rPr lang="en-US" altLang="zh-CN"/>
              <a:t>const</a:t>
            </a:r>
            <a:r>
              <a:rPr lang="zh-CN" altLang="en-US"/>
              <a:t>常量声明，支持</a:t>
            </a:r>
            <a:r>
              <a:rPr lang="en-US" altLang="zh-CN"/>
              <a:t>int</a:t>
            </a:r>
            <a:r>
              <a:rPr lang="zh-CN" altLang="en-US"/>
              <a:t>和</a:t>
            </a:r>
            <a:r>
              <a:rPr lang="en-US" altLang="zh-CN"/>
              <a:t>float</a:t>
            </a:r>
            <a:r>
              <a:rPr lang="zh-CN" altLang="en-US"/>
              <a:t>类型隐式转换；</a:t>
            </a:r>
            <a:endParaRPr lang="zh-CN" altLang="en-US"/>
          </a:p>
          <a:p>
            <a:r>
              <a:rPr lang="zh-CN" altLang="en-US"/>
              <a:t>- 函数可带参或不带参，参数可为</a:t>
            </a:r>
            <a:r>
              <a:rPr lang="en-US" altLang="zh-CN"/>
              <a:t>int</a:t>
            </a:r>
            <a:r>
              <a:rPr lang="zh-CN" altLang="en-US"/>
              <a:t>、</a:t>
            </a:r>
            <a:r>
              <a:rPr lang="en-US" altLang="zh-CN"/>
              <a:t>float</a:t>
            </a:r>
            <a:r>
              <a:rPr lang="zh-CN" altLang="en-US"/>
              <a:t>或数组，返回值可为</a:t>
            </a:r>
            <a:r>
              <a:rPr lang="en-US" altLang="zh-CN"/>
              <a:t>int</a:t>
            </a:r>
            <a:r>
              <a:rPr lang="zh-CN" altLang="en-US"/>
              <a:t>、</a:t>
            </a:r>
            <a:r>
              <a:rPr lang="en-US" altLang="zh-CN"/>
              <a:t>float</a:t>
            </a:r>
            <a:r>
              <a:rPr lang="zh-CN" altLang="en-US"/>
              <a:t>或</a:t>
            </a:r>
            <a:r>
              <a:rPr lang="en-US" altLang="zh-CN"/>
              <a:t>void</a:t>
            </a:r>
            <a:r>
              <a:rPr lang="zh-CN" altLang="en-US"/>
              <a:t>；参数为</a:t>
            </a:r>
            <a:r>
              <a:rPr lang="en-US" altLang="zh-CN"/>
              <a:t>int</a:t>
            </a:r>
            <a:r>
              <a:rPr lang="zh-CN" altLang="en-US"/>
              <a:t>、</a:t>
            </a:r>
            <a:r>
              <a:rPr lang="en-US" altLang="zh-CN"/>
              <a:t>float</a:t>
            </a:r>
            <a:r>
              <a:rPr lang="zh-CN" altLang="en-US"/>
              <a:t>时值传递，数组时地址传递；</a:t>
            </a:r>
            <a:endParaRPr lang="zh-CN" altLang="en-US"/>
          </a:p>
          <a:p>
            <a:r>
              <a:rPr lang="zh-CN" altLang="en-US"/>
              <a:t>- 常量</a:t>
            </a:r>
            <a:r>
              <a:rPr lang="en-US" altLang="zh-CN"/>
              <a:t>/</a:t>
            </a:r>
            <a:r>
              <a:rPr lang="zh-CN" altLang="en-US"/>
              <a:t>变量声明支持全局和局部；</a:t>
            </a:r>
            <a:endParaRPr lang="zh-CN" altLang="en-US"/>
          </a:p>
          <a:p>
            <a:r>
              <a:rPr lang="zh-CN" altLang="en-US"/>
              <a:t>- 语句支持赋值、表达式、语句块、</a:t>
            </a:r>
            <a:r>
              <a:rPr lang="en-US" altLang="zh-CN"/>
              <a:t>if</a:t>
            </a:r>
            <a:r>
              <a:rPr lang="zh-CN" altLang="en-US"/>
              <a:t>、</a:t>
            </a:r>
            <a:r>
              <a:rPr lang="en-US" altLang="zh-CN"/>
              <a:t>while</a:t>
            </a:r>
            <a:r>
              <a:rPr lang="zh-CN" altLang="en-US"/>
              <a:t>、</a:t>
            </a:r>
            <a:r>
              <a:rPr lang="en-US" altLang="zh-CN"/>
              <a:t>break</a:t>
            </a:r>
            <a:r>
              <a:rPr lang="zh-CN" altLang="en-US"/>
              <a:t>、</a:t>
            </a:r>
            <a:r>
              <a:rPr lang="en-US" altLang="zh-CN"/>
              <a:t>continue</a:t>
            </a:r>
            <a:r>
              <a:rPr lang="zh-CN" altLang="en-US"/>
              <a:t>、</a:t>
            </a:r>
            <a:r>
              <a:rPr lang="en-US" altLang="zh-CN"/>
              <a:t>return</a:t>
            </a:r>
            <a:r>
              <a:rPr lang="zh-CN" altLang="en-US"/>
              <a:t>；</a:t>
            </a:r>
            <a:endParaRPr lang="zh-CN" altLang="en-US"/>
          </a:p>
          <a:p>
            <a:r>
              <a:rPr lang="zh-CN" altLang="en-US"/>
              <a:t>- 表达式支持算数、关系、逻辑运算。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系统设计</a:t>
            </a:r>
            <a:endParaRPr lang="zh-CN" altLang="en-US"/>
          </a:p>
        </p:txBody>
      </p:sp>
      <p:sp>
        <p:nvSpPr>
          <p:cNvPr id="3" name="节编号 3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01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系统设计模块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总体架构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7"/>
            <p:custDataLst>
              <p:tags r:id="rId3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六阶段设计：词法分析、语法分析、语义分析、中间代码生成、代码优化、目标代码生成，阶段划分明确。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8"/>
            <p:custDataLst>
              <p:tags r:id="rId4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词法与语法分析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9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词法分析使用Flex识别Token；语法分析基于Bison实现LALR(1)算法，构建抽象语法树。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语义分析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91"/>
            <p:custDataLst>
              <p:tags r:id="rId7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管理符号表，进行类型检查，确保变量声明使用、类型匹配及函数参数正确性。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92"/>
            <p:custDataLst>
              <p:tags r:id="rId8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中间代码与优化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3"/>
            <p:custDataLst>
              <p:tags r:id="rId9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生成三地址码，支持运算、赋值、跳转指令；实现常量折叠、死代码消除及代码移动优化。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4"/>
            <p:custDataLst>
              <p:tags r:id="rId10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目标代码生成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5"/>
            <p:custDataLst>
              <p:tags r:id="rId1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生成x86-64汇编，管理寄存器分配（RAX、RDI等），处理参数传递与返回值。</a:t>
            </a:r>
            <a:endParaRPr lang="zh-CN" altLang="en-US"/>
          </a:p>
        </p:txBody>
      </p:sp>
    </p:spTree>
    <p:custDataLst>
      <p:tags r:id="rId1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测试方法和测试结果</a:t>
            </a:r>
            <a:endParaRPr lang="zh-CN" altLang="en-US"/>
          </a:p>
        </p:txBody>
      </p:sp>
      <p:sp>
        <p:nvSpPr>
          <p:cNvPr id="3" name="节编号 3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02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Sys 编译器界面说明</a:t>
            </a:r>
            <a:endParaRPr lang="zh-CN" altLang="en-US"/>
          </a:p>
        </p:txBody>
      </p:sp>
      <p:pic>
        <p:nvPicPr>
          <p:cNvPr id="14" name="内容占位符 13" descr="/data/temp/3023132c-b7c6-40b7-884d-bef11c3cc2b9/b5b1560b-e9b1-11f0-8da8-228920ae214a.PNGb5b1560b-e9b1-11f0-8da8-228920ae214a"/>
          <p:cNvPicPr>
            <a:picLocks noChangeAspect="1"/>
          </p:cNvPicPr>
          <p:nvPr>
            <p:ph idx="16394"/>
            <p:custDataLst>
              <p:tags r:id="rId2"/>
            </p:custDataLst>
          </p:nvPr>
        </p:nvPicPr>
        <p:blipFill>
          <a:blip r:embed="rId3"/>
          <a:srcRect l="-95125" r="-95125"/>
          <a:stretch>
            <a:fillRect/>
          </a:stretch>
        </p:blipFill>
        <p:spPr>
          <a:xfrm>
            <a:off x="-1343025" y="301625"/>
            <a:ext cx="14512290" cy="2641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rmAutofit/>
          </a:bodyPr>
          <a:p>
            <a:r>
              <a:rPr lang="zh-CN" altLang="en-US" sz="1900"/>
              <a:t>顶部标题栏</a:t>
            </a:r>
            <a:endParaRPr lang="zh-CN" altLang="en-US" sz="1900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显示程序名称和版本信息，并提供常用操作按钮，包括打开文件、保存、编译和清空。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>
            <a:normAutofit fontScale="80000"/>
          </a:bodyPr>
          <a:p>
            <a:r>
              <a:rPr lang="zh-CN" altLang="en-US"/>
              <a:t>左侧面板（源代码区）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用于加载示例程序或编辑Sys源代码，支持行号显示和代码滚动查看，是编写和查看源程序的主要区域。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90"/>
            <p:custDataLst>
              <p:tags r:id="rId8"/>
            </p:custDataLst>
          </p:nvPr>
        </p:nvSpPr>
        <p:spPr/>
        <p:txBody>
          <a:bodyPr>
            <a:normAutofit/>
          </a:bodyPr>
          <a:p>
            <a:r>
              <a:rPr lang="zh-CN" altLang="en-US" sz="1900"/>
              <a:t>编译流程区</a:t>
            </a:r>
            <a:endParaRPr lang="zh-CN" altLang="en-US" sz="1900"/>
          </a:p>
        </p:txBody>
      </p:sp>
      <p:sp>
        <p:nvSpPr>
          <p:cNvPr id="9" name="文本占位符 8"/>
          <p:cNvSpPr>
            <a:spLocks noGrp="1"/>
          </p:cNvSpPr>
          <p:nvPr>
            <p:ph type="body" idx="16391"/>
            <p:custDataLst>
              <p:tags r:id="rId9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以卡片形式展示编译器各阶段（词法、语法、语义分析，中间代码，代码优化，目标代码），直观反映编译流程执行状态。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10"/>
            </p:custDataLst>
          </p:nvPr>
        </p:nvSpPr>
        <p:spPr/>
        <p:txBody>
          <a:bodyPr>
            <a:normAutofit/>
          </a:bodyPr>
          <a:p>
            <a:r>
              <a:rPr lang="zh-CN" altLang="en-US" sz="1900"/>
              <a:t>输出结果区面板</a:t>
            </a:r>
            <a:endParaRPr lang="zh-CN" altLang="en-US" sz="190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3"/>
            <p:custDataLst>
              <p:tags r:id="rId11"/>
            </p:custDataLst>
          </p:nvPr>
        </p:nvSpPr>
        <p:spPr/>
        <p:txBody>
          <a:bodyPr>
            <a:normAutofit lnSpcReduction="10000"/>
          </a:bodyPr>
          <a:p>
            <a:r>
              <a:rPr lang="zh-CN" altLang="en-US"/>
              <a:t>采用标签页显示编译结果，含编译输出信息、Token列表、AST及汇编代码，界面左右分栏分离代码编辑与编译结果展示。</a:t>
            </a:r>
            <a:endParaRPr lang="zh-CN" altLang="en-US"/>
          </a:p>
        </p:txBody>
      </p:sp>
    </p:spTree>
    <p:custDataLst>
      <p:tags r:id="rId1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测试用例1-基础语法测试</a:t>
            </a:r>
            <a:endParaRPr lang="zh-CN" altLang="en-US"/>
          </a:p>
        </p:txBody>
      </p:sp>
      <p:pic>
        <p:nvPicPr>
          <p:cNvPr id="16" name="图片 15" descr="post_object_image_333733969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60532"/>
            <a:ext cx="4292600" cy="5102525"/>
          </a:xfrm>
          <a:prstGeom prst="rect">
            <a:avLst/>
          </a:prstGeom>
        </p:spPr>
      </p:pic>
      <p:sp>
        <p:nvSpPr>
          <p:cNvPr id="30" name="右箭头 29"/>
          <p:cNvSpPr/>
          <p:nvPr userDrawn="1"/>
        </p:nvSpPr>
        <p:spPr>
          <a:xfrm>
            <a:off x="4149725" y="3767455"/>
            <a:ext cx="825500" cy="1905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pic>
        <p:nvPicPr>
          <p:cNvPr id="31" name="图片 30" descr="post_object_image_31360149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5225" y="1611471"/>
            <a:ext cx="3638550" cy="4800600"/>
          </a:xfrm>
          <a:prstGeom prst="rect">
            <a:avLst/>
          </a:prstGeom>
        </p:spPr>
      </p:pic>
      <p:pic>
        <p:nvPicPr>
          <p:cNvPr id="32" name="图片 31" descr="post_object_image_17069675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6825" y="2676328"/>
            <a:ext cx="3355975" cy="2448955"/>
          </a:xfrm>
          <a:prstGeom prst="rect">
            <a:avLst/>
          </a:prstGeom>
        </p:spPr>
      </p:pic>
      <p:sp>
        <p:nvSpPr>
          <p:cNvPr id="33" name="右箭头 32"/>
          <p:cNvSpPr/>
          <p:nvPr userDrawn="1"/>
        </p:nvSpPr>
        <p:spPr>
          <a:xfrm>
            <a:off x="8133292" y="3805555"/>
            <a:ext cx="825500" cy="1905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pic>
        <p:nvPicPr>
          <p:cNvPr id="34" name="图片 33" descr="post_object_image_271919476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7037" y="0"/>
            <a:ext cx="5114925" cy="171450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测试用例2-多维数组测试</a:t>
            </a:r>
            <a:endParaRPr lang="zh-CN" altLang="en-US"/>
          </a:p>
        </p:txBody>
      </p:sp>
      <p:pic>
        <p:nvPicPr>
          <p:cNvPr id="30" name="图片 29" descr="post_object_image_23125668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0"/>
            <a:ext cx="4400550" cy="1790700"/>
          </a:xfrm>
          <a:prstGeom prst="rect">
            <a:avLst/>
          </a:prstGeom>
        </p:spPr>
      </p:pic>
      <p:pic>
        <p:nvPicPr>
          <p:cNvPr id="31" name="图片 30" descr="post_object_image_24845331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24125"/>
            <a:ext cx="5048250" cy="3365500"/>
          </a:xfrm>
          <a:prstGeom prst="rect">
            <a:avLst/>
          </a:prstGeom>
        </p:spPr>
      </p:pic>
      <p:pic>
        <p:nvPicPr>
          <p:cNvPr id="32" name="图片 31" descr="post_object_image_41822958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1529" y="3457575"/>
            <a:ext cx="4686300" cy="1276350"/>
          </a:xfrm>
          <a:prstGeom prst="rect">
            <a:avLst/>
          </a:prstGeom>
        </p:spPr>
      </p:pic>
      <p:sp>
        <p:nvSpPr>
          <p:cNvPr id="33" name="右箭头 32"/>
          <p:cNvSpPr/>
          <p:nvPr userDrawn="1"/>
        </p:nvSpPr>
        <p:spPr>
          <a:xfrm>
            <a:off x="5986689" y="3930741"/>
            <a:ext cx="825500" cy="1905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781050" y="356507"/>
            <a:ext cx="6324600" cy="609600"/>
          </a:xfrm>
        </p:spPr>
        <p:txBody>
          <a:bodyPr>
            <a:normAutofit/>
          </a:bodyPr>
          <a:p>
            <a:r>
              <a:rPr lang="zh-CN" altLang="en-US"/>
              <a:t>测试用例3-</a:t>
            </a:r>
            <a:r>
              <a:rPr lang="en-US" altLang="zh-CN"/>
              <a:t>const</a:t>
            </a:r>
            <a:r>
              <a:rPr lang="zh-CN" altLang="en-US"/>
              <a:t>常量测试</a:t>
            </a:r>
            <a:endParaRPr lang="zh-CN" altLang="en-US"/>
          </a:p>
        </p:txBody>
      </p:sp>
      <p:pic>
        <p:nvPicPr>
          <p:cNvPr id="29" name="图片 28" descr="post_object_image_23153537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6461" y="0"/>
            <a:ext cx="4410075" cy="2654821"/>
          </a:xfrm>
          <a:prstGeom prst="rect">
            <a:avLst/>
          </a:prstGeom>
        </p:spPr>
      </p:pic>
      <p:pic>
        <p:nvPicPr>
          <p:cNvPr id="30" name="图片 29" descr="post_object_image_299181406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9957" y="741589"/>
            <a:ext cx="2914650" cy="3143250"/>
          </a:xfrm>
          <a:prstGeom prst="rect">
            <a:avLst/>
          </a:prstGeom>
        </p:spPr>
      </p:pic>
      <p:pic>
        <p:nvPicPr>
          <p:cNvPr id="31" name="图片 30" descr="post_object_image_31091751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1047750"/>
            <a:ext cx="5372100" cy="47625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测试用例4-数组参数测试</a:t>
            </a:r>
            <a:endParaRPr lang="zh-CN" altLang="en-US"/>
          </a:p>
        </p:txBody>
      </p:sp>
      <p:pic>
        <p:nvPicPr>
          <p:cNvPr id="27" name="图片 26" descr="post_object_image_179787147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3768" y="165326"/>
            <a:ext cx="4708071" cy="3394767"/>
          </a:xfrm>
          <a:prstGeom prst="rect">
            <a:avLst/>
          </a:prstGeom>
        </p:spPr>
      </p:pic>
      <p:pic>
        <p:nvPicPr>
          <p:cNvPr id="28" name="图片 27" descr="post_object_image_37052786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776" y="2109107"/>
            <a:ext cx="3000375" cy="3429000"/>
          </a:xfrm>
          <a:prstGeom prst="rect">
            <a:avLst/>
          </a:prstGeom>
        </p:spPr>
      </p:pic>
      <p:pic>
        <p:nvPicPr>
          <p:cNvPr id="29" name="图片 28" descr="post_object_image_4851670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3694797"/>
            <a:ext cx="4875439" cy="2623647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测试用例5-控制流测试</a:t>
            </a:r>
            <a:endParaRPr lang="zh-CN" altLang="en-US"/>
          </a:p>
        </p:txBody>
      </p:sp>
      <p:pic>
        <p:nvPicPr>
          <p:cNvPr id="14" name="图片 13" descr="post_object_image_4662087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1650" y="184649"/>
            <a:ext cx="5812883" cy="3472951"/>
          </a:xfrm>
          <a:prstGeom prst="rect">
            <a:avLst/>
          </a:prstGeom>
        </p:spPr>
      </p:pic>
      <p:pic>
        <p:nvPicPr>
          <p:cNvPr id="24" name="图片 23" descr="post_object_image_34999204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741" y="1984601"/>
            <a:ext cx="4333875" cy="4086225"/>
          </a:xfrm>
          <a:prstGeom prst="rect">
            <a:avLst/>
          </a:prstGeom>
        </p:spPr>
      </p:pic>
      <p:pic>
        <p:nvPicPr>
          <p:cNvPr id="25" name="图片 24" descr="post_object_image_23060417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9507" y="3580039"/>
            <a:ext cx="4457700" cy="2228850"/>
          </a:xfrm>
          <a:prstGeom prst="rect">
            <a:avLst/>
          </a:prstGeom>
        </p:spPr>
      </p:pic>
      <p:sp>
        <p:nvSpPr>
          <p:cNvPr id="26" name="右箭头 25"/>
          <p:cNvSpPr/>
          <p:nvPr userDrawn="1"/>
        </p:nvSpPr>
        <p:spPr>
          <a:xfrm>
            <a:off x="4474210" y="4589780"/>
            <a:ext cx="993140" cy="16319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测试用例6-</a:t>
            </a:r>
            <a:r>
              <a:rPr lang="en-US" altLang="zh-CN"/>
              <a:t>void</a:t>
            </a:r>
            <a:r>
              <a:rPr lang="zh-CN" altLang="en-US"/>
              <a:t>类型函数</a:t>
            </a:r>
            <a:endParaRPr lang="zh-CN" altLang="en-US"/>
          </a:p>
        </p:txBody>
      </p:sp>
      <p:pic>
        <p:nvPicPr>
          <p:cNvPr id="19" name="图片 18" descr="post_object_image_9198668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8291" y="0"/>
            <a:ext cx="4486275" cy="2257425"/>
          </a:xfrm>
          <a:prstGeom prst="rect">
            <a:avLst/>
          </a:prstGeom>
        </p:spPr>
      </p:pic>
      <p:pic>
        <p:nvPicPr>
          <p:cNvPr id="22" name="图片 21" descr="post_object_image_39777761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454" y="3491593"/>
            <a:ext cx="3524250" cy="2529168"/>
          </a:xfrm>
          <a:prstGeom prst="rect">
            <a:avLst/>
          </a:prstGeom>
        </p:spPr>
      </p:pic>
      <p:pic>
        <p:nvPicPr>
          <p:cNvPr id="23" name="图片 22" descr="post_object_image_384708638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0975" y="1583659"/>
            <a:ext cx="4210050" cy="4144268"/>
          </a:xfrm>
          <a:prstGeom prst="rect">
            <a:avLst/>
          </a:prstGeom>
        </p:spPr>
      </p:pic>
      <p:pic>
        <p:nvPicPr>
          <p:cNvPr id="24" name="图片 23" descr="post_object_image_18426459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29" y="1319893"/>
            <a:ext cx="3848100" cy="2084388"/>
          </a:xfrm>
          <a:prstGeom prst="rect">
            <a:avLst/>
          </a:prstGeom>
        </p:spPr>
      </p:pic>
      <p:pic>
        <p:nvPicPr>
          <p:cNvPr id="25" name="图片 24" descr="post_object_image_87686333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1025" y="2420711"/>
            <a:ext cx="4109423" cy="3307216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测试用例7-全局变量和全局常量</a:t>
            </a:r>
            <a:endParaRPr lang="zh-CN" altLang="en-US"/>
          </a:p>
        </p:txBody>
      </p:sp>
      <p:pic>
        <p:nvPicPr>
          <p:cNvPr id="17" name="图片 16" descr="post_object_image_16542338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4071" y="146957"/>
            <a:ext cx="5715000" cy="2400300"/>
          </a:xfrm>
          <a:prstGeom prst="rect">
            <a:avLst/>
          </a:prstGeom>
        </p:spPr>
      </p:pic>
      <p:pic>
        <p:nvPicPr>
          <p:cNvPr id="18" name="图片 17" descr="post_object_image_283274849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58" y="1878466"/>
            <a:ext cx="5000625" cy="2257425"/>
          </a:xfrm>
          <a:prstGeom prst="rect">
            <a:avLst/>
          </a:prstGeom>
        </p:spPr>
      </p:pic>
      <p:pic>
        <p:nvPicPr>
          <p:cNvPr id="19" name="图片 18" descr="post_object_image_159834585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155" y="4135891"/>
            <a:ext cx="5133975" cy="2514600"/>
          </a:xfrm>
          <a:prstGeom prst="rect">
            <a:avLst/>
          </a:prstGeom>
        </p:spPr>
      </p:pic>
      <p:pic>
        <p:nvPicPr>
          <p:cNvPr id="20" name="图片 19" descr="post_object_image_8315167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9261" y="2547257"/>
            <a:ext cx="4972050" cy="370522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测试用例8-</a:t>
            </a:r>
            <a:r>
              <a:rPr lang="en-US" altLang="zh-CN"/>
              <a:t>continue</a:t>
            </a:r>
            <a:r>
              <a:rPr lang="zh-CN" altLang="en-US"/>
              <a:t>语句</a:t>
            </a:r>
            <a:endParaRPr lang="zh-CN" altLang="en-US"/>
          </a:p>
        </p:txBody>
      </p:sp>
      <p:pic>
        <p:nvPicPr>
          <p:cNvPr id="21" name="图片 20" descr="post_object_image_13751775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1837" y="327932"/>
            <a:ext cx="4886325" cy="3371850"/>
          </a:xfrm>
          <a:prstGeom prst="rect">
            <a:avLst/>
          </a:prstGeom>
        </p:spPr>
      </p:pic>
      <p:pic>
        <p:nvPicPr>
          <p:cNvPr id="22" name="图片 21" descr="post_object_image_33818925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37657"/>
            <a:ext cx="5486400" cy="37719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测试用例9-逻辑运算</a:t>
            </a:r>
            <a:endParaRPr lang="zh-CN" altLang="en-US"/>
          </a:p>
        </p:txBody>
      </p:sp>
      <p:pic>
        <p:nvPicPr>
          <p:cNvPr id="27" name="图片 26" descr="post_object_image_30725050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0"/>
            <a:ext cx="5857875" cy="4800600"/>
          </a:xfrm>
          <a:prstGeom prst="rect">
            <a:avLst/>
          </a:prstGeom>
        </p:spPr>
      </p:pic>
      <p:pic>
        <p:nvPicPr>
          <p:cNvPr id="28" name="图片 27" descr="post_object_image_32008887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17852"/>
            <a:ext cx="3909740" cy="2748666"/>
          </a:xfrm>
          <a:prstGeom prst="rect">
            <a:avLst/>
          </a:prstGeom>
        </p:spPr>
      </p:pic>
      <p:pic>
        <p:nvPicPr>
          <p:cNvPr id="29" name="图片 28" descr="post_object_image_427560979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9740" y="1387248"/>
            <a:ext cx="3022626" cy="2751364"/>
          </a:xfrm>
          <a:prstGeom prst="rect">
            <a:avLst/>
          </a:prstGeom>
        </p:spPr>
      </p:pic>
      <p:pic>
        <p:nvPicPr>
          <p:cNvPr id="30" name="图片 29" descr="post_object_image_2869532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1660" y="1317851"/>
            <a:ext cx="3080340" cy="2820761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结论和展望</a:t>
            </a:r>
            <a:endParaRPr lang="zh-CN" altLang="en-US"/>
          </a:p>
        </p:txBody>
      </p:sp>
      <p:sp>
        <p:nvSpPr>
          <p:cNvPr id="3" name="节编号 3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03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总结与展望</a:t>
            </a:r>
            <a:endParaRPr lang="zh-CN" altLang="en-US"/>
          </a:p>
        </p:txBody>
      </p:sp>
      <p:pic>
        <p:nvPicPr>
          <p:cNvPr id="3" name="内容占位符 2" descr="b922cb15-e9b1-11f0-aa76-62e2874c512d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rcRect t="1471" b="1471"/>
          <a:stretch>
            <a:fillRect/>
          </a:stretch>
        </p:blipFill>
        <p:spPr>
          <a:xfrm>
            <a:off x="609600" y="1524000"/>
            <a:ext cx="3454400" cy="2946400"/>
          </a:xfrm>
          <a:custGeom>
            <a:avLst/>
            <a:gdLst>
              <a:gd name="connisteX0" fmla="*/ 0 w 3454400"/>
              <a:gd name="connsiteY0" fmla="*/ 203200 h 2946400"/>
              <a:gd name="connisteX1" fmla="*/ 203200 w 3454400"/>
              <a:gd name="connsiteY1" fmla="*/ 0 h 2946400"/>
              <a:gd name="connisteX2" fmla="*/ 3251200 w 3454400"/>
              <a:gd name="connsiteY2" fmla="*/ 0 h 2946400"/>
              <a:gd name="connisteX3" fmla="*/ 3454400 w 3454400"/>
              <a:gd name="connsiteY3" fmla="*/ 203200 h 2946400"/>
              <a:gd name="connisteX4" fmla="*/ 3454400 w 3454400"/>
              <a:gd name="connsiteY4" fmla="*/ 2743200 h 2946400"/>
              <a:gd name="connisteX5" fmla="*/ 3251200 w 3454400"/>
              <a:gd name="connsiteY5" fmla="*/ 2946400 h 2946400"/>
              <a:gd name="connisteX6" fmla="*/ 203200 w 3454400"/>
              <a:gd name="connsiteY6" fmla="*/ 2946400 h 2946400"/>
              <a:gd name="connisteX7" fmla="*/ 0 w 3454400"/>
              <a:gd name="connsiteY7" fmla="*/ 2743200 h 2946400"/>
              <a:gd name="connisteX8" fmla="*/ 0 w 34544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743200"/>
                </a:lnTo>
                <a:cubicBezTo>
                  <a:pt x="3454400" y="2855424"/>
                  <a:pt x="3363424" y="2946400"/>
                  <a:pt x="32512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项目成果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成功开发Sys语言编译器，实现完整六阶段编译流程，通过</a:t>
            </a:r>
            <a:r>
              <a:rPr lang="en-US" altLang="zh-CN"/>
              <a:t>9</a:t>
            </a:r>
            <a:r>
              <a:rPr lang="zh-CN" altLang="en-US"/>
              <a:t>个测试用例，GUI界面直观展示编译过程。</a:t>
            </a:r>
            <a:endParaRPr lang="zh-CN" altLang="en-US"/>
          </a:p>
        </p:txBody>
      </p:sp>
      <p:pic>
        <p:nvPicPr>
          <p:cNvPr id="6" name="内容占位符 5" descr="b922ccfa-e9b1-11f0-aa76-62e2874c512d"/>
          <p:cNvPicPr>
            <a:picLocks noChangeAspect="1"/>
          </p:cNvPicPr>
          <p:nvPr>
            <p:ph idx="16393"/>
            <p:custDataLst>
              <p:tags r:id="rId6"/>
            </p:custDataLst>
          </p:nvPr>
        </p:nvPicPr>
        <p:blipFill>
          <a:blip r:embed="rId7"/>
          <a:srcRect t="1471" b="1471"/>
          <a:stretch>
            <a:fillRect/>
          </a:stretch>
        </p:blipFill>
        <p:spPr>
          <a:xfrm>
            <a:off x="4368800" y="1524000"/>
            <a:ext cx="3454400" cy="2946400"/>
          </a:xfrm>
          <a:custGeom>
            <a:avLst/>
            <a:gdLst>
              <a:gd name="connisteX0" fmla="*/ 0 w 3454400"/>
              <a:gd name="connsiteY0" fmla="*/ 203200 h 2946400"/>
              <a:gd name="connisteX1" fmla="*/ 203200 w 3454400"/>
              <a:gd name="connsiteY1" fmla="*/ 0 h 2946400"/>
              <a:gd name="connisteX2" fmla="*/ 3251200 w 3454400"/>
              <a:gd name="connsiteY2" fmla="*/ 0 h 2946400"/>
              <a:gd name="connisteX3" fmla="*/ 3454400 w 3454400"/>
              <a:gd name="connsiteY3" fmla="*/ 203200 h 2946400"/>
              <a:gd name="connisteX4" fmla="*/ 3454400 w 3454400"/>
              <a:gd name="connsiteY4" fmla="*/ 2743200 h 2946400"/>
              <a:gd name="connisteX5" fmla="*/ 3251200 w 3454400"/>
              <a:gd name="connsiteY5" fmla="*/ 2946400 h 2946400"/>
              <a:gd name="connisteX6" fmla="*/ 203200 w 3454400"/>
              <a:gd name="connsiteY6" fmla="*/ 2946400 h 2946400"/>
              <a:gd name="connisteX7" fmla="*/ 0 w 3454400"/>
              <a:gd name="connsiteY7" fmla="*/ 2743200 h 2946400"/>
              <a:gd name="connisteX8" fmla="*/ 0 w 34544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743200"/>
                </a:lnTo>
                <a:cubicBezTo>
                  <a:pt x="3454400" y="2855424"/>
                  <a:pt x="3363424" y="2946400"/>
                  <a:pt x="32512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不足与改进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优化技术有限，需增加寄存器分配与循环优化；错误处理需实现恢复机制；缺乏调试信息与跨平台支持。</a:t>
            </a:r>
            <a:endParaRPr lang="zh-CN" altLang="en-US"/>
          </a:p>
        </p:txBody>
      </p:sp>
      <p:pic>
        <p:nvPicPr>
          <p:cNvPr id="9" name="内容占位符 8" descr="b922cb8a-e9b1-11f0-aa76-62e2874c512d"/>
          <p:cNvPicPr>
            <a:picLocks noChangeAspect="1"/>
          </p:cNvPicPr>
          <p:nvPr>
            <p:ph idx="16394"/>
            <p:custDataLst>
              <p:tags r:id="rId10"/>
            </p:custDataLst>
          </p:nvPr>
        </p:nvPicPr>
        <p:blipFill>
          <a:blip r:embed="rId11"/>
          <a:srcRect t="1471" b="1471"/>
          <a:stretch>
            <a:fillRect/>
          </a:stretch>
        </p:blipFill>
        <p:spPr>
          <a:xfrm>
            <a:off x="8128000" y="1524000"/>
            <a:ext cx="3454400" cy="2946400"/>
          </a:xfrm>
          <a:custGeom>
            <a:avLst/>
            <a:gdLst>
              <a:gd name="connisteX0" fmla="*/ 0 w 3454400"/>
              <a:gd name="connsiteY0" fmla="*/ 203200 h 2946400"/>
              <a:gd name="connisteX1" fmla="*/ 203200 w 3454400"/>
              <a:gd name="connsiteY1" fmla="*/ 0 h 2946400"/>
              <a:gd name="connisteX2" fmla="*/ 3251200 w 3454400"/>
              <a:gd name="connsiteY2" fmla="*/ 0 h 2946400"/>
              <a:gd name="connisteX3" fmla="*/ 3454400 w 3454400"/>
              <a:gd name="connsiteY3" fmla="*/ 203200 h 2946400"/>
              <a:gd name="connisteX4" fmla="*/ 3454400 w 3454400"/>
              <a:gd name="connsiteY4" fmla="*/ 2743200 h 2946400"/>
              <a:gd name="connisteX5" fmla="*/ 3251200 w 3454400"/>
              <a:gd name="connsiteY5" fmla="*/ 2946400 h 2946400"/>
              <a:gd name="connisteX6" fmla="*/ 203200 w 3454400"/>
              <a:gd name="connsiteY6" fmla="*/ 2946400 h 2946400"/>
              <a:gd name="connisteX7" fmla="*/ 0 w 3454400"/>
              <a:gd name="connsiteY7" fmla="*/ 2743200 h 2946400"/>
              <a:gd name="connisteX8" fmla="*/ 0 w 34544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743200"/>
                </a:lnTo>
                <a:cubicBezTo>
                  <a:pt x="3454400" y="2855424"/>
                  <a:pt x="3363424" y="2946400"/>
                  <a:pt x="32512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1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学习体会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1"/>
            <p:custDataLst>
              <p:tags r:id="rId13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深化编译原理理解，掌握Flex/Bison工具与C++编程，提升项目管理能力，建议增加课堂实战环节。</a:t>
            </a:r>
            <a:endParaRPr lang="zh-CN" altLang="en-US"/>
          </a:p>
        </p:txBody>
      </p:sp>
    </p:spTree>
    <p:custDataLst>
      <p:tags r:id="rId14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2"/>
          <p:cNvSpPr>
            <a:spLocks noGrp="1"/>
          </p:cNvSpPr>
          <p:nvPr>
            <p:ph type="body" idx="16389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3" name="标题 1"/>
          <p:cNvSpPr>
            <a:spLocks noGrp="1"/>
          </p:cNvSpPr>
          <p:nvPr>
            <p:ph type="ctrTitle" idx="16388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谢谢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5b5ba3a7d4c19b3f5570ffe26e18f781154afac"/>
  <p:tag name="KSO_WM_NEWLAYOUT_GROUP_ID" val="layout_10009"/>
  <p:tag name="KSO_WM_NEWLAYOUT_ID" val="slide_a9f218f13f497792"/>
</p:tagLst>
</file>

<file path=ppt/tags/tag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2b1f2c066dc9523378227a7907e0efc6f68d16a"/>
  <p:tag name="KSO_WM_NEWLAYOUT_GROUP_ID" val="layout_26"/>
  <p:tag name="KSO_WM_NEWLAYOUT_ID" val="slide_33b65c8d547e38d4"/>
</p:tagLst>
</file>

<file path=ppt/tags/tag1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cc71d9843598721d97d5bce27d42d995b678ce7"/>
  <p:tag name="KSO_WM_NEWLAYOUT_GROUP_ID" val="layout_10013"/>
  <p:tag name="KSO_WM_NEWLAYOUT_ID" val="slide_3a7d2f05d99a81e7"/>
</p:tagLst>
</file>

<file path=ppt/tags/tag3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4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4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4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4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b6eb249dfbe34a0ed613566abf1f0e108ffc88e"/>
  <p:tag name="KSO_WM_NEWLAYOUT_GROUP_ID" val="layout_42"/>
  <p:tag name="KSO_WM_NEWLAYOUT_ID" val="slide_c13321443022db2c"/>
</p:tagLst>
</file>

<file path=ppt/tags/tag4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4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5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5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5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5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132216c563f6ccb49f7eb0a23087c1d99601dbf"/>
  <p:tag name="KSO_WM_NEWLAYOUT_GROUP_ID" val="layout_60"/>
  <p:tag name="KSO_WM_NEWLAYOUT_ID" val="slide_56026a7b49f6f9ff"/>
</p:tagLst>
</file>

<file path=ppt/tags/tag5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59.xml><?xml version="1.0" encoding="utf-8"?>
<p:tagLst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</p:tagLst>
</file>

<file path=ppt/tags/tag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6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6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6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6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f8611556f740f640437a86402464503fbc84358"/>
  <p:tag name="KSO_WM_NEWLAYOUT_GROUP_ID" val="layout_61"/>
  <p:tag name="KSO_WM_NEWLAYOUT_ID" val="slide_1d512a589e2c0a59"/>
</p:tagLst>
</file>

<file path=ppt/tags/tag7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71.xml><?xml version="1.0" encoding="utf-8"?>
<p:tagLst xmlns:p="http://schemas.openxmlformats.org/presentationml/2006/main">
  <p:tag name="KSO_WM_FIGMA_DECORATION_INDEX" val="17_contentModel"/>
  <p:tag name="$PH_EXT" val="2"/>
  <p:tag name="KSO_WM_BEAUTIFY_FLAG" val="#fgm#"/>
  <p:tag name="KSO_WM_FIGMA_FLAG" val="#fgm#"/>
  <p:tag name="KSO_WM_SYNC_SLIDE_TEXT" val="1"/>
  <p:tag name="KSO_WM_UNIT_INDEX" val="1_1"/>
  <p:tag name="KSO_WM_UNIT_TYPE" val="l_i"/>
</p:tagLst>
</file>

<file path=ppt/tags/tag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8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8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8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8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07d62857e4bc9c1a424959c477f3bef63eeb5db"/>
  <p:tag name="KSO_WM_NEWLAYOUT_GROUP_ID" val="layout_48"/>
  <p:tag name="KSO_WM_NEWLAYOUT_ID" val="slide_81d8e711c58b27d4"/>
</p:tagLst>
</file>

<file path=ppt/tags/tag8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8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9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9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9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9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9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12181f64b875e73860be6f79fe510485eeb84e0"/>
  <p:tag name="KSO_WM_NEWLAYOUT_GROUP_ID" val="layout_30"/>
  <p:tag name="KSO_WM_NEWLAYOUT_ID" val="slide_b20026bcd68884eb"/>
</p:tagLst>
</file>

<file path=ppt/tags/tag10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0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0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0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1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1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1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1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1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1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7f5898e1457903eb4cfadae9cfc3b1066a23cfe"/>
  <p:tag name="KSO_WM_NEWLAYOUT_GROUP_ID" val="layout_59"/>
  <p:tag name="KSO_WM_NEWLAYOUT_ID" val="slide_e34c289ae02001f1"/>
</p:tagLst>
</file>

<file path=ppt/tags/tag11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1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2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2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2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1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3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3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3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3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dbff48afde5e77c36887bf0aa7f03ef1fdfa210"/>
  <p:tag name="KSO_WM_NEWLAYOUT_GROUP_ID" val="layout_6"/>
  <p:tag name="KSO_WM_NEWLAYOUT_ID" val="slide_82e1f1fbf520933b"/>
</p:tagLst>
</file>

<file path=ppt/tags/tag13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3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3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4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4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1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4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4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4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5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4b4dc6bdf332f6423395392938e81cb6cd80dde"/>
  <p:tag name="KSO_WM_NEWLAYOUT_GROUP_ID" val="layout_51"/>
  <p:tag name="KSO_WM_NEWLAYOUT_ID" val="slide_315bd157fefc334a"/>
</p:tagLst>
</file>

<file path=ppt/tags/tag15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6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6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6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6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9a7ff975334f662623127a10bc3cc48e875dc38"/>
  <p:tag name="KSO_WM_NEWLAYOUT_GROUP_ID" val="layout_10007"/>
  <p:tag name="KSO_WM_NEWLAYOUT_ID" val="slide_5d74a312f6e6264e"/>
</p:tagLst>
</file>

<file path=ppt/tags/tag1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1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f"/>
</p:tagLst>
</file>

<file path=ppt/tags/tag17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7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7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7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17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d923a8fd25416684a1d5d0a084e1c077de24fd64"/>
  <p:tag name="KSO_WM_NEWLAYOUT_GROUP_ID" val="layout_1-5"/>
  <p:tag name="KSO_WM_NEWLAYOUT_ID" val="slide_063b19861dc0a508"/>
</p:tagLst>
</file>

<file path=ppt/tags/tag1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18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1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18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1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18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1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8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573"/>
  <p:tag name="KSO_WM_TEMPLATE_CATEGORY" val="custom"/>
</p:tagLst>
</file>

<file path=ppt/tags/tag18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9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9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9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93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2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94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2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95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2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9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3"/>
  <p:tag name="KSO_WM_TEMPLATE_INDEX" val="40490573"/>
  <p:tag name="KSO_WM_TEMPLATE_CATEGORY" val="custom"/>
</p:tagLst>
</file>

<file path=ppt/tags/tag197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98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99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0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573"/>
  <p:tag name="KSO_WM_TEMPLATE_CATEGORY" val="custom"/>
</p:tagLst>
</file>

<file path=ppt/tags/tag201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3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02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3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0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0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0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06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4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TEMPLATE_INDEX" val="40490573"/>
  <p:tag name="KSO_WM_TEMPLATE_CATEGORY" val="custom"/>
</p:tagLst>
</file>

<file path=ppt/tags/tag207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4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TEMPLATE_INDEX" val="40490573"/>
  <p:tag name="KSO_WM_TEMPLATE_CATEGORY" val="custom"/>
</p:tagLst>
</file>

<file path=ppt/tags/tag208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4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UNIT_VALUE" val="20"/>
  <p:tag name="KSO_WM_TEMPLATE_INDEX" val="40490573"/>
  <p:tag name="KSO_WM_TEMPLATE_CATEGORY" val="custom"/>
</p:tagLst>
</file>

<file path=ppt/tags/tag209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4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TEMPLATE_INDEX" val="40490573"/>
  <p:tag name="KSO_WM_TEMPLATE_CATEGORY" val="custom"/>
</p:tagLst>
</file>

<file path=ppt/tags/tag210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11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12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1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  <p:tag name="KSO_WM_TEMPLATE_INDEX" val="40490573"/>
  <p:tag name="KSO_WM_TEMPLATE_CATEGORY" val="custom"/>
</p:tagLst>
</file>

<file path=ppt/tags/tag21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573"/>
  <p:tag name="KSO_WM_TEMPLATE_CATEGORY" val="custom"/>
</p:tagLst>
</file>

<file path=ppt/tags/tag215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16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17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18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19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20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21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7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22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23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24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2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8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573"/>
  <p:tag name="KSO_WM_TEMPLATE_CATEGORY" val="custom"/>
</p:tagLst>
</file>

<file path=ppt/tags/tag226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27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28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2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8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  <p:tag name="KSO_WM_TEMPLATE_INDEX" val="40490573"/>
  <p:tag name="KSO_WM_TEMPLATE_CATEGORY" val="custom"/>
</p:tagLst>
</file>

<file path=ppt/tags/tag23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9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31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32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33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34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SUBTYPE" val="c"/>
  <p:tag name="KSO_WM_UNIT_TEXT_TYPE" val="1"/>
  <p:tag name="KSO_WM_UNIT_TYPE" val="f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35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9d5a6e8d833aaa5eb7436aa53f0c199f1cef2336"/>
  <p:tag name="KSO_WM_NEWLAYOUT_ID" val="5448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36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2"/>
  <p:tag name="KSO_WM_UNIT_SUBTYPE" val="b"/>
  <p:tag name="KSO_WM_UNIT_TEXT_TYPE" val="1"/>
  <p:tag name="KSO_WM_UNIT_ID" val="_9*f*2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37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38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39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40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41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42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43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e437a6cf87a777be1ec244d5c71a4ccffa8c68ab"/>
  <p:tag name="KSO_WM_NEWLAYOUT_ID" val="5453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44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45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4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47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48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49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50.xml><?xml version="1.0" encoding="utf-8"?>
<p:tagLst xmlns:p="http://schemas.openxmlformats.org/presentationml/2006/main">
  <p:tag name="KSO_WM_UNIT_TYPE" val="b"/>
  <p:tag name="KSO_WM_BEAUTIFY_FLAG" val="#wm#"/>
  <p:tag name="KSO_WM_FIGMA_FLAG" val="#fgm#"/>
  <p:tag name="KSO_WM_UNIT_INDEX" val="1"/>
  <p:tag name="KSO_WM_UNIT_TEXT_TYPE" val="1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51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5e21d44af547cb237df38edfb420c130c8d4e6cb"/>
  <p:tag name="KSO_WM_NEWLAYOUT_ID" val="5460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5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5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5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5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5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7b44bfd2419cae341c63cea49430d15869841f40"/>
  <p:tag name="KSO_WM_NEWLAYOUT_ID" val="1"/>
</p:tagLst>
</file>

<file path=ppt/tags/tag2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25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2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26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2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26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2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26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2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6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7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40490573"/>
</p:tagLst>
</file>

<file path=ppt/tags/tag271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CATEGORY" val="custom"/>
  <p:tag name="KSO_WM_TEMPLATE_INDEX" val="40490573"/>
</p:tagLst>
</file>

<file path=ppt/tags/tag27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7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74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75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4b787e1769c53a6b"/>
  <p:tag name="KSO_WM_TEMPLATE_THUMBS_INDEX" val="1、9"/>
  <p:tag name="KSO_WM_TEMPLATE_INDEX" val="40490573"/>
  <p:tag name="KSO_WM_TEMPLATE_CATEGORY" val="custom"/>
  <p:tag name="KSO_WM_TEMPLATE_MASTER_TYPE" val="0"/>
  <p:tag name="KSO_WM_TAG_VERSION" val="3.0"/>
</p:tagLst>
</file>

<file path=ppt/tags/tag276.xml><?xml version="1.0" encoding="utf-8"?>
<p:tagLst xmlns:p="http://schemas.openxmlformats.org/presentationml/2006/main">
  <p:tag name="KSO_WM_AITEMPLATE_STYLE_ID" val="69796640259"/>
</p:tagLst>
</file>

<file path=ppt/tags/tag277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title"/>
  <p:tag name="KSO_WM_TEMPLATE_SUBCATEGORY" val="29"/>
  <p:tag name="KSO_WM_BEAUTIFY_FLAG" val="#wm#"/>
  <p:tag name="KSO_WM_TEMPLATE_SLIDE_ID" val="slide_4b787e1769c53a6b"/>
  <p:tag name="KSO_WM_TEMPLATE_THUMBS_INDEX" val="1、9"/>
  <p:tag name="KSO_WM_TEMPLATE_INDEX" val="40490573"/>
  <p:tag name="KSO_WM_TEMPLATE_CATEGORY" val="custom"/>
  <p:tag name="KSO_WM_SLIDE_INDEX" val="1"/>
  <p:tag name="KSO_WM_SLIDE_ID" val="custom40490573_1"/>
  <p:tag name="KSO_WM_TEMPLATE_MASTER_TYPE" val="0"/>
  <p:tag name="KSO_WM_SLIDE_LAYOUT" val="a_f"/>
  <p:tag name="KSO_WM_SLIDE_LAYOUT_CNT" val="1_2"/>
  <p:tag name="KSO_WM_TAG_VERSION" val="3.0"/>
</p:tagLst>
</file>

<file path=ppt/tags/tag27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7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d923a8fd25416684a1d5d0a084e1c077de24fd64"/>
  <p:tag name="KSO_WM_NEWLAYOUT_GROUP_ID" val="layout_1-5"/>
  <p:tag name="KSO_WM_NEWLAYOUT_ID" val="slide_063b19861dc0a508"/>
</p:tagLst>
</file>

<file path=ppt/tags/tag2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  <p:tag name="KSO_WM_UNIT_PRESET_TEXT" val="01"/>
  <p:tag name="KSO_WM_SLIDE_FIGMA_DIAGRAM" val="1"/>
</p:tagLst>
</file>

<file path=ppt/tags/tag28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  <p:tag name="KSO_WM_SLIDE_FIGMA_DIAGRAM" val="1"/>
</p:tagLst>
</file>

<file path=ppt/tags/tag2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  <p:tag name="KSO_WM_SLIDE_FIGMA_DIAGRAM" val="1"/>
</p:tagLst>
</file>

<file path=ppt/tags/tag2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  <p:tag name="KSO_WM_UNIT_PRESET_TEXT" val="02"/>
  <p:tag name="KSO_WM_SLIDE_FIGMA_DIAGRAM" val="1"/>
</p:tagLst>
</file>

<file path=ppt/tags/tag28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  <p:tag name="KSO_WM_UNIT_PRESET_TEXT" val=" "/>
  <p:tag name="KSO_WM_SLIDE_FIGMA_DIAGRAM" val="1"/>
</p:tagLst>
</file>

<file path=ppt/tags/tag2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  <p:tag name="KSO_WM_SLIDE_FIGMA_DIAGRAM" val="1"/>
</p:tagLst>
</file>

<file path=ppt/tags/tag2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  <p:tag name="KSO_WM_UNIT_PRESET_TEXT" val="03"/>
  <p:tag name="KSO_WM_SLIDE_FIGMA_DIAGRAM" val="1"/>
</p:tagLst>
</file>

<file path=ppt/tags/tag28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  <p:tag name="KSO_WM_UNIT_PRESET_TEXT" val=" "/>
  <p:tag name="KSO_WM_SLIDE_FIGMA_DIAGRAM" val="1"/>
</p:tagLst>
</file>

<file path=ppt/tags/tag2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  <p:tag name="KSO_WM_SLIDE_FIGMA_DIAGRAM" val="1"/>
</p:tagLst>
</file>

<file path=ppt/tags/tag289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contents"/>
  <p:tag name="KSO_WM_TEMPLATE_SUBCATEGORY" val="29"/>
  <p:tag name="KSO_WM_BEAUTIFY_FLAG" val="#wm#"/>
  <p:tag name="KSO_WM_TEMPLATE_FIGMA_ID" val="69796640259"/>
  <p:tag name="KSO_WM_TEMPLATE_SLIDE_ID" val="slide_063b19861dc0a508"/>
</p:tagLst>
</file>

<file path=ppt/tags/tag29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573"/>
  <p:tag name="KSO_WM_TEMPLATE_CATEGORY" val="custom"/>
</p:tagLst>
</file>

<file path=ppt/tags/tag291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e437a6cf87a777be1ec244d5c71a4ccffa8c68ab"/>
  <p:tag name="KSO_WM_NEWLAYOUT_ID" val="5453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92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PRESET_TEXT" val="01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93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90573"/>
  <p:tag name="KSO_WM_TEMPLATE_CATEGORY" val="custom"/>
  <p:tag name="KSO_WM_SLIDE_INDEX" val="3"/>
  <p:tag name="KSO_WM_SLIDE_ID" val="custom40490573_7"/>
  <p:tag name="KSO_WM_TEMPLATE_MASTER_TYPE" val="0"/>
  <p:tag name="KSO_WM_SLIDE_LAYOUT" val="a_e"/>
  <p:tag name="KSO_WM_SLIDE_LAYOUT_CNT" val="1_1"/>
  <p:tag name="KSO_WM_TAG_VERSION" val="3.0"/>
</p:tagLst>
</file>

<file path=ppt/tags/tag29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9a7ff975334f662623127a10bc3cc48e875dc38"/>
  <p:tag name="KSO_WM_NEWLAYOUT_GROUP_ID" val="layout_10007"/>
  <p:tag name="KSO_WM_NEWLAYOUT_ID" val="slide_5d74a312f6e6264e"/>
  <p:tag name="KSO_WM_UNIT_PRESET_TEXT" val="单击此处添加标题"/>
</p:tagLst>
</file>

<file path=ppt/tags/tag2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2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2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2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2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3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</p:tagLst>
</file>

<file path=ppt/tags/tag3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3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  <p:tag name="KSO_WM_UNIT_PRESET_TEXT" val="单击此处添加项标题"/>
</p:tagLst>
</file>

<file path=ppt/tags/tag3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f"/>
  <p:tag name="KSO_WM_UNIT_PRESET_TEXT" val="单击此处添加项正文"/>
</p:tagLst>
</file>

<file path=ppt/tags/tag305.xml><?xml version="1.0" encoding="utf-8"?>
<p:tagLst xmlns:p="http://schemas.openxmlformats.org/presentationml/2006/main">
  <p:tag name="KSO_WM_SLIDE_CONTENT_ORIENTATION" val=""/>
  <p:tag name="KSO_WM_SLIDE_HAS_MASK" val="0"/>
  <p:tag name="KSO_WM_SLIDE_ITEM_CNT" val="5"/>
  <p:tag name="KSO_WM_SLIDE_TYPE" val="text"/>
  <p:tag name="KSO_WM_TEMPLATE_SUBCATEGORY" val="29"/>
  <p:tag name="KSO_WM_BEAUTIFY_FLAG" val="#wm#"/>
  <p:tag name="KSO_WM_TEMPLATE_FIGMA_ID" val="69796640259"/>
  <p:tag name="KSO_WM_TEMPLATE_SLIDE_ID" val="slide_5d74a312f6e6264e"/>
</p:tagLst>
</file>

<file path=ppt/tags/tag306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e437a6cf87a777be1ec244d5c71a4ccffa8c68ab"/>
  <p:tag name="KSO_WM_NEWLAYOUT_ID" val="5453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07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PRESET_TEXT" val="01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08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90573"/>
  <p:tag name="KSO_WM_TEMPLATE_CATEGORY" val="custom"/>
  <p:tag name="KSO_WM_SLIDE_INDEX" val="3"/>
  <p:tag name="KSO_WM_SLIDE_ID" val="custom40490573_7"/>
  <p:tag name="KSO_WM_TEMPLATE_MASTER_TYPE" val="0"/>
  <p:tag name="KSO_WM_SLIDE_LAYOUT" val="a_e"/>
  <p:tag name="KSO_WM_SLIDE_LAYOUT_CNT" val="1_1"/>
  <p:tag name="KSO_WM_TAG_VERSION" val="3.0"/>
</p:tagLst>
</file>

<file path=ppt/tags/tag30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4b4dc6bdf332f6423395392938e81cb6cd80dde"/>
  <p:tag name="KSO_WM_NEWLAYOUT_GROUP_ID" val="layout_51"/>
  <p:tag name="KSO_WM_NEWLAYOUT_ID" val="slide_315bd157fefc334a"/>
  <p:tag name="KSO_WM_UNIT_PRESET_TEXT" val="单击此处添加标题"/>
</p:tagLst>
</file>

<file path=ppt/tags/tag31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ai_type&quot;:&quot;&quot;,&quot;id&quot;:&quot;&quot;}*_ai_*0"/>
</p:tagLst>
</file>

<file path=ppt/tags/tag3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3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3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3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项标题"/>
</p:tagLst>
</file>

<file path=ppt/tags/tag3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319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40259"/>
  <p:tag name="KSO_WM_TEMPLATE_SLIDE_ID" val="slide_315bd157fefc334a"/>
</p:tagLst>
</file>

<file path=ppt/tags/tag32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dbff48afde5e77c36887bf0aa7f03ef1fdfa210"/>
  <p:tag name="KSO_WM_NEWLAYOUT_GROUP_ID" val="layout_6"/>
  <p:tag name="KSO_WM_NEWLAYOUT_ID" val="slide_82e1f1fbf520933b"/>
  <p:tag name="KSO_WM_UNIT_PRESET_TEXT" val="单击此处添加标题"/>
</p:tagLst>
</file>

<file path=ppt/tags/tag321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40259"/>
  <p:tag name="KSO_WM_TEMPLATE_SLIDE_ID" val="slide_82e1f1fbf520933b"/>
</p:tagLst>
</file>

<file path=ppt/tags/tag32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7f5898e1457903eb4cfadae9cfc3b1066a23cfe"/>
  <p:tag name="KSO_WM_NEWLAYOUT_GROUP_ID" val="layout_59"/>
  <p:tag name="KSO_WM_NEWLAYOUT_ID" val="slide_e34c289ae02001f1"/>
  <p:tag name="KSO_WM_UNIT_PRESET_TEXT" val="单击此处添加标题"/>
</p:tagLst>
</file>

<file path=ppt/tags/tag323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40259"/>
  <p:tag name="KSO_WM_TEMPLATE_SLIDE_ID" val="slide_e34c289ae02001f1"/>
</p:tagLst>
</file>

<file path=ppt/tags/tag32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12181f64b875e73860be6f79fe510485eeb84e0"/>
  <p:tag name="KSO_WM_NEWLAYOUT_GROUP_ID" val="layout_30"/>
  <p:tag name="KSO_WM_NEWLAYOUT_ID" val="slide_b20026bcd68884eb"/>
  <p:tag name="KSO_WM_UNIT_PRESET_TEXT" val="单击此处添加标题"/>
</p:tagLst>
</file>

<file path=ppt/tags/tag325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40259"/>
  <p:tag name="KSO_WM_TEMPLATE_SLIDE_ID" val="slide_b20026bcd68884eb"/>
</p:tagLst>
</file>

<file path=ppt/tags/tag32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07d62857e4bc9c1a424959c477f3bef63eeb5db"/>
  <p:tag name="KSO_WM_NEWLAYOUT_GROUP_ID" val="layout_48"/>
  <p:tag name="KSO_WM_NEWLAYOUT_ID" val="slide_81d8e711c58b27d4"/>
  <p:tag name="KSO_WM_UNIT_PRESET_TEXT" val="单击此处添加标题"/>
</p:tagLst>
</file>

<file path=ppt/tags/tag327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0259"/>
  <p:tag name="KSO_WM_TEMPLATE_SLIDE_ID" val="slide_81d8e711c58b27d4"/>
</p:tagLst>
</file>

<file path=ppt/tags/tag32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f8611556f740f640437a86402464503fbc84358"/>
  <p:tag name="KSO_WM_NEWLAYOUT_GROUP_ID" val="layout_61"/>
  <p:tag name="KSO_WM_NEWLAYOUT_ID" val="slide_1d512a589e2c0a59"/>
  <p:tag name="KSO_WM_UNIT_PRESET_TEXT" val="单击此处添加标题"/>
</p:tagLst>
</file>

<file path=ppt/tags/tag329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40259"/>
  <p:tag name="KSO_WM_TEMPLATE_SLIDE_ID" val="slide_1d512a589e2c0a59"/>
</p:tagLst>
</file>

<file path=ppt/tags/tag33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132216c563f6ccb49f7eb0a23087c1d99601dbf"/>
  <p:tag name="KSO_WM_NEWLAYOUT_GROUP_ID" val="layout_60"/>
  <p:tag name="KSO_WM_NEWLAYOUT_ID" val="slide_56026a7b49f6f9ff"/>
  <p:tag name="KSO_WM_UNIT_PRESET_TEXT" val="单击此处添加标题"/>
</p:tagLst>
</file>

<file path=ppt/tags/tag33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40259"/>
  <p:tag name="KSO_WM_TEMPLATE_SLIDE_ID" val="slide_56026a7b49f6f9ff"/>
</p:tagLst>
</file>

<file path=ppt/tags/tag33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b6eb249dfbe34a0ed613566abf1f0e108ffc88e"/>
  <p:tag name="KSO_WM_NEWLAYOUT_GROUP_ID" val="layout_42"/>
  <p:tag name="KSO_WM_NEWLAYOUT_ID" val="slide_c13321443022db2c"/>
  <p:tag name="KSO_WM_UNIT_PRESET_TEXT" val="单击此处添加标题"/>
</p:tagLst>
</file>

<file path=ppt/tags/tag33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40259"/>
  <p:tag name="KSO_WM_TEMPLATE_SLIDE_ID" val="slide_c13321443022db2c"/>
</p:tagLst>
</file>

<file path=ppt/tags/tag33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cc71d9843598721d97d5bce27d42d995b678ce7"/>
  <p:tag name="KSO_WM_NEWLAYOUT_GROUP_ID" val="layout_10013"/>
  <p:tag name="KSO_WM_NEWLAYOUT_ID" val="slide_3a7d2f05d99a81e7"/>
  <p:tag name="KSO_WM_UNIT_PRESET_TEXT" val="单击此处添加标题"/>
</p:tagLst>
</file>

<file path=ppt/tags/tag335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40259"/>
  <p:tag name="KSO_WM_TEMPLATE_SLIDE_ID" val="slide_3a7d2f05d99a81e7"/>
</p:tagLst>
</file>

<file path=ppt/tags/tag33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2b1f2c066dc9523378227a7907e0efc6f68d16a"/>
  <p:tag name="KSO_WM_NEWLAYOUT_GROUP_ID" val="layout_26"/>
  <p:tag name="KSO_WM_NEWLAYOUT_ID" val="slide_33b65c8d547e38d4"/>
  <p:tag name="KSO_WM_UNIT_PRESET_TEXT" val="单击此处添加标题"/>
</p:tagLst>
</file>

<file path=ppt/tags/tag337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0259"/>
  <p:tag name="KSO_WM_TEMPLATE_SLIDE_ID" val="slide_33b65c8d547e38d4"/>
</p:tagLst>
</file>

<file path=ppt/tags/tag338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e437a6cf87a777be1ec244d5c71a4ccffa8c68ab"/>
  <p:tag name="KSO_WM_NEWLAYOUT_ID" val="5453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39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PRESET_TEXT" val="01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40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90573"/>
  <p:tag name="KSO_WM_TEMPLATE_CATEGORY" val="custom"/>
  <p:tag name="KSO_WM_SLIDE_INDEX" val="3"/>
  <p:tag name="KSO_WM_SLIDE_ID" val="custom40490573_7"/>
  <p:tag name="KSO_WM_TEMPLATE_MASTER_TYPE" val="0"/>
  <p:tag name="KSO_WM_SLIDE_LAYOUT" val="a_e"/>
  <p:tag name="KSO_WM_SLIDE_LAYOUT_CNT" val="1_1"/>
  <p:tag name="KSO_WM_TAG_VERSION" val="3.0"/>
</p:tagLst>
</file>

<file path=ppt/tags/tag34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5b5ba3a7d4c19b3f5570ffe26e18f781154afac"/>
  <p:tag name="KSO_WM_NEWLAYOUT_GROUP_ID" val="layout_10009"/>
  <p:tag name="KSO_WM_NEWLAYOUT_ID" val="slide_a9f218f13f497792"/>
  <p:tag name="KSO_WM_UNIT_PRESET_TEXT" val="单击此处添加标题"/>
</p:tagLst>
</file>

<file path=ppt/tags/tag3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http://zh-ai-group.ks3-cn-beijing-internal.ksyun.com/image_generate/image_process/production/202601/f451b14e-4dc1-4066-820f-2298ec4dfbfc.jpg?Expires=1799096997\u0026AWSAccessKeyId=AKLT9NSy7kh8TIS1UzNqLRY2\u0026Signature=JDCilfRA%2BKkbVpabLUzvNdZKjXo%3D&quot;,&quot;product_name&quot;:&quot;wps-wpp-pc&quot;,&quot;intention_code&quot;:&quot;wps_wpp_generate_doc_pay&quot;}*auto_qingqiu_3.0.4_prod*1767560990340_2ac02f_7aa0d09c8c94-slide-17"/>
</p:tagLst>
</file>

<file path=ppt/tags/tag3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http://zh-ai-group.ks3-cn-beijing-internal.ksyun.com/image_generate/image_process/production/202601/5076a38c-540c-485d-a499-15572fad665e.jpg?Expires=1799096997\u0026AWSAccessKeyId=AKLT9NSy7kh8TIS1UzNqLRY2\u0026Signature=RSkFTfnUs9HNA5%2B9m8yQz%2FUa2p8%3D&quot;,&quot;product_name&quot;:&quot;wps-wpp-pc&quot;,&quot;intention_code&quot;:&quot;wps_wpp_generate_doc_pay&quot;}*auto_qingqiu_3.0.4_prod*1767560990340_2ac02f_7aa0d09c8c94-slide-17"/>
</p:tagLst>
</file>

<file path=ppt/tags/tag3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id&quot;:&quot;http://zh-ai-group.ks3-cn-beijing-internal.ksyun.com/image_generate/image_process/production/202601/24fef86c-462c-450c-a130-93a279ab9a92.jpg?Expires=1799096996\u0026AWSAccessKeyId=AKLT9NSy7kh8TIS1UzNqLRY2\u0026Signature=AZ9tFiHMI59SPNQ%2FGUG85oFzOKw%3D&quot;,&quot;product_name&quot;:&quot;wps-wpp-pc&quot;,&quot;intention_code&quot;:&quot;wps_wpp_generate_doc_pay&quot;}*auto_qingqiu_3.0.4_prod*1767560990340_2ac02f_7aa0d09c8c94-slide-17"/>
</p:tagLst>
</file>

<file path=ppt/tags/tag3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3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51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0259"/>
  <p:tag name="KSO_WM_TEMPLATE_SLIDE_ID" val="slide_a9f218f13f497792"/>
</p:tagLst>
</file>

<file path=ppt/tags/tag352.xml><?xml version="1.0" encoding="utf-8"?>
<p:tagLst xmlns:p="http://schemas.openxmlformats.org/presentationml/2006/main">
  <p:tag name="KSO_WM_UNIT_TYPE" val="b"/>
  <p:tag name="KSO_WM_BEAUTIFY_FLAG" val="#wm#"/>
  <p:tag name="KSO_WM_FIGMA_FLAG" val="#fgm#"/>
  <p:tag name="KSO_WM_UNIT_INDEX" val="1"/>
  <p:tag name="KSO_WM_UNIT_TEXT_TYPE" val="1"/>
  <p:tag name="KSO_WM_UNIT_PRESET_TEXT" val="THE END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53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5e21d44af547cb237df38edfb420c130c8d4e6cb"/>
  <p:tag name="KSO_WM_NEWLAYOUT_ID" val="5460"/>
  <p:tag name="KSO_WM_UNIT_PRESET_TEXT" val="谢谢观看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54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endPage"/>
  <p:tag name="KSO_WM_TEMPLATE_SUBCATEGORY" val="29"/>
  <p:tag name="KSO_WM_BEAUTIFY_FLAG" val="#wm#"/>
  <p:tag name="KSO_WM_TEMPLATE_SLIDE_ID" val="slide_2f1bc384a532e0ce"/>
  <p:tag name="KSO_WM_TEMPLATE_INDEX" val="40490573"/>
  <p:tag name="KSO_WM_TEMPLATE_CATEGORY" val="custom"/>
  <p:tag name="KSO_WM_SLIDE_INDEX" val="5"/>
  <p:tag name="KSO_WM_SLIDE_ID" val="custom40490573_9"/>
  <p:tag name="KSO_WM_TEMPLATE_MASTER_TYPE" val="0"/>
  <p:tag name="KSO_WM_SLIDE_LAYOUT" val="a_b"/>
  <p:tag name="KSO_WM_SLIDE_LAYOUT_CNT" val="1_1"/>
  <p:tag name="KSO_WM_TAG_VERSION" val="3.0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城市线条职场办公商务风">
  <a:themeElements>
    <a:clrScheme name="城市线条">
      <a:dk1>
        <a:srgbClr val="000000"/>
      </a:dk1>
      <a:lt1>
        <a:srgbClr val="FFFFFF"/>
      </a:lt1>
      <a:dk2>
        <a:srgbClr val="222A35"/>
      </a:dk2>
      <a:lt2>
        <a:srgbClr val="F6FBFD"/>
      </a:lt2>
      <a:accent1>
        <a:srgbClr val="868686"/>
      </a:accent1>
      <a:accent2>
        <a:srgbClr val="6B81C1"/>
      </a:accent2>
      <a:accent3>
        <a:srgbClr val="906BC1"/>
      </a:accent3>
      <a:accent4>
        <a:srgbClr val="C1756B"/>
      </a:accent4>
      <a:accent5>
        <a:srgbClr val="C1AE6B"/>
      </a:accent5>
      <a:accent6>
        <a:srgbClr val="6BC19A"/>
      </a:accent6>
      <a:hlink>
        <a:srgbClr val="0563C1"/>
      </a:hlink>
      <a:folHlink>
        <a:srgbClr val="954F72"/>
      </a:folHlink>
    </a:clrScheme>
    <a:fontScheme name="自定义 12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1157</Words>
  <Application>WPS Office WWO_wpscloud_20251224173010-b51a25e58c</Application>
  <PresentationFormat>宽屏</PresentationFormat>
  <Paragraphs>130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汉仪旗黑KW 55S</vt:lpstr>
      <vt:lpstr>汉仪书宋二KW</vt:lpstr>
      <vt:lpstr>Kingsoft Confetti</vt:lpstr>
      <vt:lpstr>微软雅黑</vt:lpstr>
      <vt:lpstr>Office 主题</vt:lpstr>
      <vt:lpstr>1_城市线条职场办公商务风</vt:lpstr>
      <vt:lpstr>课程设计报告</vt:lpstr>
      <vt:lpstr>目录</vt:lpstr>
      <vt:lpstr>引言</vt:lpstr>
      <vt:lpstr>系统设计</vt:lpstr>
      <vt:lpstr>系统设计模块</vt:lpstr>
      <vt:lpstr>测试方法和测试结果</vt:lpstr>
      <vt:lpstr>Sys 编译器界面说明</vt:lpstr>
      <vt:lpstr>测试用例1</vt:lpstr>
      <vt:lpstr>测试用例2</vt:lpstr>
      <vt:lpstr>测试用例3</vt:lpstr>
      <vt:lpstr>测试用例4</vt:lpstr>
      <vt:lpstr>测试用例5</vt:lpstr>
      <vt:lpstr>测试用例6</vt:lpstr>
      <vt:lpstr>测试用例7</vt:lpstr>
      <vt:lpstr>测试用例8</vt:lpstr>
      <vt:lpstr>测试用例9</vt:lpstr>
      <vt:lpstr>结论和展望</vt:lpstr>
      <vt:lpstr>总结与展望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课程设计报告</dc:title>
  <dc:creator/>
  <cp:lastModifiedBy/>
  <dcterms:created xsi:type="dcterms:W3CDTF">2026-01-04T21:43:42Z</dcterms:created>
  <dcterms:modified xsi:type="dcterms:W3CDTF">2026-01-04T21:43:42Z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2052-12.9.0.24678</vt:lpwstr>
  </property>
  <property fmtid="{D5CDD505-2E9C-101B-9397-08002B2CF9AE}" pid="3" name="ICV">
    <vt:lpwstr>B75C98F4C40948689CB49D1002CA5FAC</vt:lpwstr>
  </property>
  <property fmtid="{D5CDD505-2E9C-101B-9397-08002B2CF9AE}" pid="4" name="KSOTemplateUUID">
    <vt:lpwstr>v1.0_ai_69796640259</vt:lpwstr>
  </property>
</Properties>
</file>